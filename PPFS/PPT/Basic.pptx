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1BE2-43E3-22D9-882B-24F73A684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E7476-4A21-00D4-B165-5D66217A6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967C2-AB97-CD09-D01D-6986DF5F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1FF6E-26E9-778A-B927-79E3C52B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B04C-6988-6DC8-C653-BB8471D8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2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7280-3FA9-BFAE-AF6B-775CC7CB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ABD1-B674-D590-CFF8-7F4733EB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BBBC-2C3C-7FF0-9366-311B0426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AD2E8-B18F-9927-EE06-E4250EAA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ED607-A5B3-C221-1835-DB0B2F03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36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29C0-7627-F1FF-8B21-96A177CA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ED80C-171F-81F8-8C13-D4D2A338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B954-45FF-6ABF-1FE8-65DA48DA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F6D89-8DE3-F9A2-00D8-07DDE511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9BEBA-5D6E-25BC-1884-1B347477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5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F1BF-D415-9D6B-822C-C0B5A28F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758C-0FF0-E4FA-9E71-35A9B6203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7D360-5945-BD35-9AD9-5E1CD89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ADDA8-BA66-19E0-43BE-B248FD2B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62FEE-98D4-758E-2CC8-F9FBF28C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E8F84-FEEA-9C1B-67D3-047AF1C8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34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80A1-7349-67F1-D6DD-4A2F0877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4101E-088E-3961-BB63-4AFFA9B9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F8BF8-F170-79A1-DF55-9B6348767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2F6C5-E987-59F9-6DE9-42DADDFDE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DF6DA-954C-E263-2403-DA84A8CAE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99C38-0583-6F01-CF6F-24B555A2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12918-2696-BDC8-AF5C-AB2DF1A4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2C9D0-277D-5395-F98C-F7C5730E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63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AA70-B14A-F6E0-A24F-6069D00C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DD27A9-B149-AC41-699F-68669460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D89BC-99FB-817D-3D5C-7ED10C82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44E3B-E82F-A654-DE3A-7EEBCF77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73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92249-3345-38BF-0C47-B73FE281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ECF4E-2C66-ECB4-4765-BBE76575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B1278-8C17-6824-3D0E-7383E4A0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8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C17A-C22D-C151-246A-4B113AB1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8624-C7F1-7A3A-D125-AF08C9ED8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C23F-846D-6FE2-40EA-C84A63552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D5A4F-A8B6-118C-5586-11440207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EEAB9-37B4-485F-F631-3D1AC101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B57D-7E8E-580F-3C81-A3DF5941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F840-AADC-A264-FD91-425418A8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0ACA27-2D74-BD3A-07DC-0FB0CA962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E5E61-2F24-B052-EB89-DCAB5B369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2709F-DF09-8809-D241-8EC623B0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FBAB6-D6BA-9E1B-9133-D8E13461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A1940-C7DF-0F7A-78F6-115E26B5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5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D22C-1CFB-2B35-8788-4ADCE4A8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7BC0-D8C8-AB18-DD8C-BDE23CBA0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3FFE-EAD2-EE3A-29B8-3347EDC8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C3FF8-90DE-59CC-09E8-02E2FA84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1B6D3-85D2-1663-FE49-9D399034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5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7CFFF-68B8-7D87-BED3-FB72A929E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16356-60C1-6237-EF92-AC83DC62C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54019-4804-D9DA-D6E1-9A1C68FC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6E4EA-11E7-0564-57E8-CCF5671F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AF03-E7B9-EA11-D941-438047AC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4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DB68F-0057-E58D-194E-6A96C659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B2CBA-AA5B-6C5E-5B83-6BEF3DCA4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B3E19-0E6A-C368-8AF3-1E5D26A89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F05E9-D40C-4B5E-825E-DC33B24F7429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75846-E438-F6A9-942E-CBC49F4A4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90D14-0D25-C6E5-22FF-2EA5BE5DF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8AAE1-0A4D-4334-BC32-D5FCA4E2BA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0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6198-A09D-3432-D8E4-54D8001D1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82" y="11665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Programming Fundamentals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310862-0D1B-D086-3197-03BEF6929D7C}"/>
              </a:ext>
            </a:extLst>
          </p:cNvPr>
          <p:cNvCxnSpPr>
            <a:cxnSpLocks/>
          </p:cNvCxnSpPr>
          <p:nvPr/>
        </p:nvCxnSpPr>
        <p:spPr>
          <a:xfrm>
            <a:off x="929640" y="2238081"/>
            <a:ext cx="103327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3EE967C-24F7-CC2F-1A96-EF7CE613C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525" y="3088941"/>
            <a:ext cx="26003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1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A5D80-4472-19E1-27A3-04BDB58C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C55D-6EAA-E552-4DC4-C2FFB487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52" y="73152"/>
            <a:ext cx="8620752" cy="932733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Programming Fundamentals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40BCEA-FE50-B2E1-D5A8-38FD10CA5D17}"/>
              </a:ext>
            </a:extLst>
          </p:cNvPr>
          <p:cNvCxnSpPr>
            <a:cxnSpLocks/>
          </p:cNvCxnSpPr>
          <p:nvPr/>
        </p:nvCxnSpPr>
        <p:spPr>
          <a:xfrm>
            <a:off x="2112264" y="820761"/>
            <a:ext cx="8193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4B52F6-6F15-5592-E948-6C8B394498A5}"/>
              </a:ext>
            </a:extLst>
          </p:cNvPr>
          <p:cNvSpPr txBox="1"/>
          <p:nvPr/>
        </p:nvSpPr>
        <p:spPr>
          <a:xfrm>
            <a:off x="658368" y="1408176"/>
            <a:ext cx="1095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172E52-E9B0-5F6F-BC39-CBAD20F4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5105400"/>
            <a:ext cx="2600325" cy="175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A3729A-11A4-FDAE-1276-1FEEFCEDAD4F}"/>
              </a:ext>
            </a:extLst>
          </p:cNvPr>
          <p:cNvSpPr txBox="1"/>
          <p:nvPr/>
        </p:nvSpPr>
        <p:spPr>
          <a:xfrm>
            <a:off x="658368" y="1005930"/>
            <a:ext cx="109545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Program?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A program is a set of instructions written in a programming language that tells a computer what to do and how to do it.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Programming?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Programming is the process of designing and writing a set of instructions that tells a computer how to perform a specific task or solve a problem using a programming language.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Programming Languages: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C++, Java, Python, etc.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Why is Programming Important?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Programming is important because: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It helps to create software and applications.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It is used to automate tasks, saving time and effort.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It helps in solving problems logically and efficiently.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It makes machines work according to instructions given by humans.</a:t>
            </a:r>
          </a:p>
        </p:txBody>
      </p:sp>
    </p:spTree>
    <p:extLst>
      <p:ext uri="{BB962C8B-B14F-4D97-AF65-F5344CB8AC3E}">
        <p14:creationId xmlns:p14="http://schemas.microsoft.com/office/powerpoint/2010/main" val="172932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5594-7181-3CF8-703C-0C9296F5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060" y="64008"/>
            <a:ext cx="8503920" cy="93273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Programming Fundamentals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F20FEA-7509-6E95-4D23-17204E93E54B}"/>
              </a:ext>
            </a:extLst>
          </p:cNvPr>
          <p:cNvCxnSpPr>
            <a:cxnSpLocks/>
          </p:cNvCxnSpPr>
          <p:nvPr/>
        </p:nvCxnSpPr>
        <p:spPr>
          <a:xfrm>
            <a:off x="1682496" y="820761"/>
            <a:ext cx="8174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AF7331-4D4C-4664-3949-7ACECFD43E18}"/>
              </a:ext>
            </a:extLst>
          </p:cNvPr>
          <p:cNvSpPr txBox="1"/>
          <p:nvPr/>
        </p:nvSpPr>
        <p:spPr>
          <a:xfrm>
            <a:off x="502920" y="1408176"/>
            <a:ext cx="112654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Software?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Software is a collection of programs that controls the working of computer hardware and helps users perform tasks.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is a set of instructions that tells a computer or mobile device what work to do.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Music player application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Works: Plays music, Pauses music, Changes songs, etc.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can be broadly classified into two main types: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 is a type of software that runs and controls the computer hardware and provides a platform for application software to work.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Windows, Linux, Android, macOS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Application Software: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software is designed to perform specific tasks for the user.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Ms. Word,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Browser(Chrome, Firefox)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Calculator,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Player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E976E4-DDCD-FF77-341A-95A233DC0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5105400"/>
            <a:ext cx="26003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1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070A12-032F-6520-E089-F2398D1A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596" y="2737170"/>
            <a:ext cx="2882404" cy="30980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794565-19DB-A149-B0B8-6989E49A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Programming Fundamentals</a:t>
            </a:r>
            <a:endParaRPr lang="en-IN" sz="3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880153-17C9-5C2E-651A-522B456316AF}"/>
              </a:ext>
            </a:extLst>
          </p:cNvPr>
          <p:cNvCxnSpPr>
            <a:cxnSpLocks/>
          </p:cNvCxnSpPr>
          <p:nvPr/>
        </p:nvCxnSpPr>
        <p:spPr>
          <a:xfrm>
            <a:off x="1993392" y="893913"/>
            <a:ext cx="82478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564867-560F-E6A3-BE68-C603DB6030FD}"/>
              </a:ext>
            </a:extLst>
          </p:cNvPr>
          <p:cNvSpPr txBox="1"/>
          <p:nvPr/>
        </p:nvSpPr>
        <p:spPr>
          <a:xfrm>
            <a:off x="838200" y="1150801"/>
            <a:ext cx="10591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Compiler vs Interpreter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Both compiler and interpreter are used to translate program code into machine-readable language so that the computer can understand and execute it.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compiler translates the entire program at once into machine code before execution.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Languages Using Compiler: C/C++, Java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interpreter translates and executes the program line by line.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Languages Using Interpreter: Python, JavaScript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a Flowchart?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A flowchart represents the steps of an algorithm in a diagram form using standard symbols.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Flowchart—Steps in diagram. </a:t>
            </a:r>
          </a:p>
        </p:txBody>
      </p:sp>
    </p:spTree>
    <p:extLst>
      <p:ext uri="{BB962C8B-B14F-4D97-AF65-F5344CB8AC3E}">
        <p14:creationId xmlns:p14="http://schemas.microsoft.com/office/powerpoint/2010/main" val="164851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85E4-CBB9-15F1-B314-6579DF05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1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Programming Fundamentals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3E26B-7924-8121-B779-624C0596A3E6}"/>
              </a:ext>
            </a:extLst>
          </p:cNvPr>
          <p:cNvSpPr txBox="1"/>
          <p:nvPr/>
        </p:nvSpPr>
        <p:spPr>
          <a:xfrm>
            <a:off x="850392" y="1562672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What is an Algorithm?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Ans. An algorithm is a finite, step-by-step procedure used to solve a problem or perform a specific task.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ATM Withdrawal Algorithm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ATM Card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PIN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Transaction Type (Withdrawal)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Amount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Cash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Receipt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Card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AA3EFE-0122-12DA-1850-013489108299}"/>
              </a:ext>
            </a:extLst>
          </p:cNvPr>
          <p:cNvCxnSpPr>
            <a:cxnSpLocks/>
          </p:cNvCxnSpPr>
          <p:nvPr/>
        </p:nvCxnSpPr>
        <p:spPr>
          <a:xfrm>
            <a:off x="2039112" y="1122513"/>
            <a:ext cx="813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FFF7611-7BFF-F96B-89FA-A09DD56E9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5105400"/>
            <a:ext cx="26003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5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8D78D6-0A87-BA8B-A622-0C06E6BE7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564" y="2189988"/>
            <a:ext cx="6976872" cy="247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2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493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1. Introduction to Programming Fundamentals</vt:lpstr>
      <vt:lpstr>1. Introduction to Programming Fundamentals</vt:lpstr>
      <vt:lpstr>1. Introduction to Programming Fundamentals</vt:lpstr>
      <vt:lpstr>1. Introduction to Programming Fundamentals</vt:lpstr>
      <vt:lpstr>1. Introduction to Programming Fundamentals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Kumar</dc:creator>
  <cp:lastModifiedBy>Prince Kumar</cp:lastModifiedBy>
  <cp:revision>8</cp:revision>
  <dcterms:created xsi:type="dcterms:W3CDTF">2025-04-16T14:06:31Z</dcterms:created>
  <dcterms:modified xsi:type="dcterms:W3CDTF">2026-02-02T13:52:07Z</dcterms:modified>
</cp:coreProperties>
</file>