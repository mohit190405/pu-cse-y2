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970D-4458-01A6-248C-FBC3C7A91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DBD15-9C30-98CF-FE66-33D4C6B36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F49FB-7703-997E-58C9-63222B2EE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FC77-1881-47E0-8F84-5E95513E3F5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74A2C-28B0-91DC-6335-E868DE4A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0A6C6-B294-73C9-C1D9-B479AF75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257C3-ED52-49BE-A7DD-2E71549BC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088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0E95C-EB6F-122A-B772-99E26ECE2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E86CB-833B-1C7B-2C4B-6CFFA2274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5FE27-A7BE-F8A6-BFA4-FE9E10004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FC77-1881-47E0-8F84-5E95513E3F5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B138C-F529-970A-DA2A-B94ECA330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85806-75FF-C65B-64D2-772A7767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257C3-ED52-49BE-A7DD-2E71549BC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91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5AC3-0AF8-66BB-ACC2-CF7F27EB9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F7405-4B98-6494-237D-881C646F0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8D090-217B-4F17-75C8-725C5C92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FC77-1881-47E0-8F84-5E95513E3F5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9189E-DC95-D1D6-B02B-A0F066AD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56AA1-340A-D587-5C24-D91E9A78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257C3-ED52-49BE-A7DD-2E71549BC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22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1B32-99FF-33F4-8576-AC818C4D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8EF47-640E-CDDF-48F0-949494B1D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6A446-7387-7182-63C7-D00BD3EA0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50DC8-B381-6C40-7DD6-31817B8E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FC77-1881-47E0-8F84-5E95513E3F5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85BEF-5CB7-0170-374D-883AB964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9AC1C-2869-A8E5-D4EA-CA895899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257C3-ED52-49BE-A7DD-2E71549BC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65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BBC3-BAD0-49A6-6DF1-65497BA26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EEA9F-4880-B030-F8D0-81569FD2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8DA01-8026-63CF-0F7F-CB48DCBBD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7A0DD-B9B3-D8BB-60B5-859BEA9C1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A103E0-165B-8311-176E-10D5CB1C4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249833-272E-6E7D-4C4F-D3A538FBB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FC77-1881-47E0-8F84-5E95513E3F5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2AC1C2-0DE1-D322-2A8A-3FE3FB4AF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6D2ECE-C60F-8129-5C22-C22DD336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257C3-ED52-49BE-A7DD-2E71549BC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15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2DE3-1D3E-1EB2-427E-0E221368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225E0C-9E2F-7AA2-3E01-E229F356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FC77-1881-47E0-8F84-5E95513E3F5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0CB47F-9B25-622B-5708-17051297A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285C6-7C5D-A96F-FF9D-00DEA50A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257C3-ED52-49BE-A7DD-2E71549BC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36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27D245-0035-AFB5-7DCF-B7E15FCB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FC77-1881-47E0-8F84-5E95513E3F5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83DB5E-C195-D2AF-ECCE-86C8619E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91048-97A4-396A-7C0C-D1C34AB1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257C3-ED52-49BE-A7DD-2E71549BC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85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CF2A-061B-F96A-29B8-097F6318E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91AF5-6576-138E-0542-289470C31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6B0A0-9C92-4D3B-1C35-62A6B282F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F77A4-1B8D-D11C-463B-D5ED5E606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FC77-1881-47E0-8F84-5E95513E3F5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29847-7246-77A8-F314-0615605FC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EFC7E-882A-582C-B85A-01A9949F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257C3-ED52-49BE-A7DD-2E71549BC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19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6074-E167-1E6E-1F65-145B2E186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8C5696-F68F-1013-5F04-EA7C4C4DA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F8D87-03EE-750D-3473-EC1FF3B97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EEAE8-54EE-DAF0-D243-6C2F249C4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FC77-1881-47E0-8F84-5E95513E3F5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4AC8E-BB91-8BBD-35BA-AFB9C5C0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6619D-5CB6-AD3D-0DE2-E7C54721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257C3-ED52-49BE-A7DD-2E71549BC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32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D4DD-71EF-CDDF-1ACC-5C27ECD90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83B17-3C24-3688-1193-F0E4320DF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E8DF5-B8C0-E0BD-3AE4-9AB7FFB83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FC77-1881-47E0-8F84-5E95513E3F5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0CA7E-0407-071B-5084-486326FF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E30A0-7F61-F661-EC97-B142BD28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257C3-ED52-49BE-A7DD-2E71549BC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14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2F19C3-C48F-63B0-8AD6-E92EBAF75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F66ED-E290-907E-196C-92BD3B543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9F5B1-29AA-A033-B8E1-D3B2B83BF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3FC77-1881-47E0-8F84-5E95513E3F5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68B93-71BB-B6A2-FBA4-623BE275F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EC926-E5E2-BCDD-95AB-9E30B77AC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257C3-ED52-49BE-A7DD-2E71549BC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39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27304-B5C2-3E90-0340-89FB1BAC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11D7B-D347-6E63-E249-FE579E7F6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395CA-9440-03FE-F5A0-430C9F46B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3FC77-1881-47E0-8F84-5E95513E3F5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46F49-B277-57A5-CFEA-C96E0590B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87F6B-3A76-CF13-FC0C-3BFAB040F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257C3-ED52-49BE-A7DD-2E71549BC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83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D2C45B-39AC-E98F-EBFB-202E44C5FB77}"/>
              </a:ext>
            </a:extLst>
          </p:cNvPr>
          <p:cNvSpPr txBox="1"/>
          <p:nvPr/>
        </p:nvSpPr>
        <p:spPr>
          <a:xfrm>
            <a:off x="627888" y="1060901"/>
            <a:ext cx="1093622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What is Python?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Ans. Python is a high-level, interpreted programming language used for general-purpose software development. It was developed by Guido van Rossum in 1991.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Where is Python Used?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Ans. Python is used in many fields because of its simplicity, flexibility, and powerful library support.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Data Analysis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Applications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Development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and Networking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Why is Python Popular?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Ans. Python is popular because of its: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Learn and Read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Independent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Productivity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7C92DA-8D21-D11D-30A0-27941C0A0988}"/>
              </a:ext>
            </a:extLst>
          </p:cNvPr>
          <p:cNvSpPr txBox="1"/>
          <p:nvPr/>
        </p:nvSpPr>
        <p:spPr>
          <a:xfrm>
            <a:off x="2508543" y="64008"/>
            <a:ext cx="7174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Python Programming</a:t>
            </a:r>
            <a:endParaRPr lang="en-IN" sz="32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83341D-223F-B05F-FAE2-A7BEE1162402}"/>
              </a:ext>
            </a:extLst>
          </p:cNvPr>
          <p:cNvCxnSpPr>
            <a:cxnSpLocks/>
          </p:cNvCxnSpPr>
          <p:nvPr/>
        </p:nvCxnSpPr>
        <p:spPr>
          <a:xfrm>
            <a:off x="2625851" y="648783"/>
            <a:ext cx="69402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0B0747F-48ED-7274-40F2-A5981A272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798" y="5532120"/>
            <a:ext cx="1967202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058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14EF2E-2E75-6632-0388-69E032B0FEF2}"/>
              </a:ext>
            </a:extLst>
          </p:cNvPr>
          <p:cNvSpPr txBox="1"/>
          <p:nvPr/>
        </p:nvSpPr>
        <p:spPr>
          <a:xfrm>
            <a:off x="605028" y="1362885"/>
            <a:ext cx="109819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Features of Python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has several powerful features that make it a popular and widely used programming language.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Learn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Language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 Language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Independent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Typing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first Program.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print(“Hello World”)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F606D6-4C0E-AD71-17F6-A76105752972}"/>
              </a:ext>
            </a:extLst>
          </p:cNvPr>
          <p:cNvSpPr txBox="1"/>
          <p:nvPr/>
        </p:nvSpPr>
        <p:spPr>
          <a:xfrm>
            <a:off x="2215515" y="0"/>
            <a:ext cx="77609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Python Programming</a:t>
            </a:r>
            <a:endParaRPr lang="en-IN" sz="3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41F1A6-7C94-8568-DBB0-89A4709E9783}"/>
              </a:ext>
            </a:extLst>
          </p:cNvPr>
          <p:cNvCxnSpPr>
            <a:cxnSpLocks/>
          </p:cNvCxnSpPr>
          <p:nvPr/>
        </p:nvCxnSpPr>
        <p:spPr>
          <a:xfrm>
            <a:off x="2625851" y="648783"/>
            <a:ext cx="69402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81B1DA7-6BD0-B121-03D3-9D52C5504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798" y="5532120"/>
            <a:ext cx="1967202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69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161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Kumar</dc:creator>
  <cp:lastModifiedBy>Prince Kumar</cp:lastModifiedBy>
  <cp:revision>1</cp:revision>
  <dcterms:created xsi:type="dcterms:W3CDTF">2026-02-02T15:06:53Z</dcterms:created>
  <dcterms:modified xsi:type="dcterms:W3CDTF">2026-02-02T15:07:58Z</dcterms:modified>
</cp:coreProperties>
</file>