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6858000" cx="12192000"/>
  <p:notesSz cx="6858000" cy="9144000"/>
  <p:embeddedFontLst>
    <p:embeddedFont>
      <p:font typeface="Corbel"/>
      <p:regular r:id="rId42"/>
      <p:bold r:id="rId43"/>
      <p:italic r:id="rId44"/>
      <p:boldItalic r:id="rId45"/>
    </p:embeddedFont>
    <p:embeddedFont>
      <p:font typeface="Cambria Math"/>
      <p:regular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7" roundtripDataSignature="AMtx7miokbAEPU9w6j8732NRqVbugZz4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B08520-F3EC-4458-B514-326BF4F29C87}">
  <a:tblStyle styleId="{79B08520-F3EC-4458-B514-326BF4F29C87}" styleName="Table_0">
    <a:wholeTbl>
      <a:tcTxStyle b="off" i="off">
        <a:font>
          <a:latin typeface="Corbel"/>
          <a:ea typeface="Corbel"/>
          <a:cs typeface="Corbe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F3F7"/>
          </a:solidFill>
        </a:fill>
      </a:tcStyle>
    </a:wholeTbl>
    <a:band1H>
      <a:tcTxStyle/>
      <a:tcStyle>
        <a:fill>
          <a:solidFill>
            <a:srgbClr val="CDE6EE"/>
          </a:solidFill>
        </a:fill>
      </a:tcStyle>
    </a:band1H>
    <a:band2H>
      <a:tcTxStyle/>
    </a:band2H>
    <a:band1V>
      <a:tcTxStyle/>
      <a:tcStyle>
        <a:fill>
          <a:solidFill>
            <a:srgbClr val="CDE6EE"/>
          </a:solidFill>
        </a:fill>
      </a:tcStyle>
    </a:band1V>
    <a:band2V>
      <a:tcTxStyle/>
    </a:band2V>
    <a:lastCol>
      <a:tcTxStyle b="on" i="off">
        <a:font>
          <a:latin typeface="Corbel"/>
          <a:ea typeface="Corbel"/>
          <a:cs typeface="Corbel"/>
        </a:font>
        <a:schemeClr val="lt1"/>
      </a:tcTxStyle>
      <a:tcStyle>
        <a:fill>
          <a:solidFill>
            <a:schemeClr val="accent1"/>
          </a:solidFill>
        </a:fill>
      </a:tcStyle>
    </a:lastCol>
    <a:firstCol>
      <a:tcTxStyle b="on" i="off">
        <a:font>
          <a:latin typeface="Corbel"/>
          <a:ea typeface="Corbel"/>
          <a:cs typeface="Corbel"/>
        </a:font>
        <a:schemeClr val="lt1"/>
      </a:tcTxStyle>
      <a:tcStyle>
        <a:fill>
          <a:solidFill>
            <a:schemeClr val="accent1"/>
          </a:solidFill>
        </a:fill>
      </a:tcStyle>
    </a:firstCol>
    <a:lastRow>
      <a:tcTxStyle b="on" i="off">
        <a:font>
          <a:latin typeface="Corbel"/>
          <a:ea typeface="Corbel"/>
          <a:cs typeface="Corbe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orbel"/>
          <a:ea typeface="Corbel"/>
          <a:cs typeface="Corbe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Corbel-regular.fntdata"/><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Corbel-italic.fntdata"/><Relationship Id="rId21" Type="http://schemas.openxmlformats.org/officeDocument/2006/relationships/slide" Target="slides/slide15.xml"/><Relationship Id="rId43" Type="http://schemas.openxmlformats.org/officeDocument/2006/relationships/font" Target="fonts/Corbel-bold.fntdata"/><Relationship Id="rId24" Type="http://schemas.openxmlformats.org/officeDocument/2006/relationships/slide" Target="slides/slide18.xml"/><Relationship Id="rId46" Type="http://schemas.openxmlformats.org/officeDocument/2006/relationships/font" Target="fonts/CambriaMath-regular.fntdata"/><Relationship Id="rId23" Type="http://schemas.openxmlformats.org/officeDocument/2006/relationships/slide" Target="slides/slide17.xml"/><Relationship Id="rId45" Type="http://schemas.openxmlformats.org/officeDocument/2006/relationships/font" Target="fonts/Corbel-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Calibri"/>
              <a:buNone/>
            </a:pPr>
            <a:r>
              <a:t/>
            </a:r>
            <a:endParaRPr/>
          </a:p>
        </p:txBody>
      </p:sp>
      <p:sp>
        <p:nvSpPr>
          <p:cNvPr id="81" name="Google Shape;8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4" name="Shape 14"/>
        <p:cNvGrpSpPr/>
        <p:nvPr/>
      </p:nvGrpSpPr>
      <p:grpSpPr>
        <a:xfrm>
          <a:off x="0" y="0"/>
          <a:ext cx="0" cy="0"/>
          <a:chOff x="0" y="0"/>
          <a:chExt cx="0" cy="0"/>
        </a:xfrm>
      </p:grpSpPr>
      <p:sp>
        <p:nvSpPr>
          <p:cNvPr id="15" name="Google Shape;15;p37"/>
          <p:cNvSpPr txBox="1"/>
          <p:nvPr>
            <p:ph type="ctrTitle"/>
          </p:nvPr>
        </p:nvSpPr>
        <p:spPr>
          <a:xfrm>
            <a:off x="1069848" y="1298448"/>
            <a:ext cx="7315200" cy="3255264"/>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FFFFFF"/>
              </a:buClr>
              <a:buSzPts val="5900"/>
              <a:buFont typeface="Corbel"/>
              <a:buNone/>
              <a:defRPr b="0" i="0" sz="5900" u="none" cap="none" strike="noStrike">
                <a:solidFill>
                  <a:srgbClr val="FFFFFF"/>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37"/>
          <p:cNvSpPr txBox="1"/>
          <p:nvPr>
            <p:ph idx="1" type="subTitle"/>
          </p:nvPr>
        </p:nvSpPr>
        <p:spPr>
          <a:xfrm>
            <a:off x="1100015" y="4670246"/>
            <a:ext cx="7315200" cy="91440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200"/>
              </a:spcBef>
              <a:spcAft>
                <a:spcPts val="0"/>
              </a:spcAft>
              <a:buClr>
                <a:schemeClr val="accent1"/>
              </a:buClr>
              <a:buSzPts val="2200"/>
              <a:buFont typeface="Noto Sans Symbols"/>
              <a:buNone/>
              <a:defRPr b="0" i="0" sz="2200" u="none" cap="none" strike="noStrike">
                <a:solidFill>
                  <a:srgbClr val="D7F0F6"/>
                </a:solidFill>
                <a:latin typeface="Corbel"/>
                <a:ea typeface="Corbel"/>
                <a:cs typeface="Corbel"/>
                <a:sym typeface="Corbel"/>
              </a:defRPr>
            </a:lvl1pPr>
            <a:lvl2pPr lvl="1" marR="0" rtl="0" algn="ctr">
              <a:lnSpc>
                <a:spcPct val="90000"/>
              </a:lnSpc>
              <a:spcBef>
                <a:spcPts val="250"/>
              </a:spcBef>
              <a:spcAft>
                <a:spcPts val="0"/>
              </a:spcAft>
              <a:buClr>
                <a:schemeClr val="accent1"/>
              </a:buClr>
              <a:buSzPts val="2200"/>
              <a:buFont typeface="Noto Sans Symbols"/>
              <a:buNone/>
              <a:defRPr b="0" i="0" sz="2200" u="none" cap="none" strike="noStrike">
                <a:solidFill>
                  <a:srgbClr val="595959"/>
                </a:solidFill>
                <a:latin typeface="Corbel"/>
                <a:ea typeface="Corbel"/>
                <a:cs typeface="Corbel"/>
                <a:sym typeface="Corbel"/>
              </a:defRPr>
            </a:lvl2pPr>
            <a:lvl3pPr lvl="2" marR="0" rtl="0" algn="ctr">
              <a:lnSpc>
                <a:spcPct val="90000"/>
              </a:lnSpc>
              <a:spcBef>
                <a:spcPts val="250"/>
              </a:spcBef>
              <a:spcAft>
                <a:spcPts val="0"/>
              </a:spcAft>
              <a:buClr>
                <a:schemeClr val="accent1"/>
              </a:buClr>
              <a:buSzPts val="2200"/>
              <a:buFont typeface="Noto Sans Symbols"/>
              <a:buNone/>
              <a:defRPr b="0" i="0" sz="2200" u="none" cap="none" strike="noStrike">
                <a:solidFill>
                  <a:srgbClr val="595959"/>
                </a:solidFill>
                <a:latin typeface="Corbel"/>
                <a:ea typeface="Corbel"/>
                <a:cs typeface="Corbel"/>
                <a:sym typeface="Corbel"/>
              </a:defRPr>
            </a:lvl3pPr>
            <a:lvl4pPr lvl="3" marR="0" rtl="0" algn="ctr">
              <a:lnSpc>
                <a:spcPct val="90000"/>
              </a:lnSpc>
              <a:spcBef>
                <a:spcPts val="250"/>
              </a:spcBef>
              <a:spcAft>
                <a:spcPts val="0"/>
              </a:spcAft>
              <a:buClr>
                <a:schemeClr val="accent1"/>
              </a:buClr>
              <a:buSzPts val="2000"/>
              <a:buFont typeface="Noto Sans Symbols"/>
              <a:buNone/>
              <a:defRPr b="0" i="0" sz="2000" u="none" cap="none" strike="noStrike">
                <a:solidFill>
                  <a:srgbClr val="595959"/>
                </a:solidFill>
                <a:latin typeface="Corbel"/>
                <a:ea typeface="Corbel"/>
                <a:cs typeface="Corbel"/>
                <a:sym typeface="Corbel"/>
              </a:defRPr>
            </a:lvl4pPr>
            <a:lvl5pPr lvl="4" marR="0" rtl="0" algn="ctr">
              <a:lnSpc>
                <a:spcPct val="90000"/>
              </a:lnSpc>
              <a:spcBef>
                <a:spcPts val="250"/>
              </a:spcBef>
              <a:spcAft>
                <a:spcPts val="0"/>
              </a:spcAft>
              <a:buClr>
                <a:schemeClr val="accent1"/>
              </a:buClr>
              <a:buSzPts val="2000"/>
              <a:buFont typeface="Noto Sans Symbols"/>
              <a:buNone/>
              <a:defRPr b="0" i="0" sz="2000" u="none" cap="none" strike="noStrike">
                <a:solidFill>
                  <a:srgbClr val="595959"/>
                </a:solidFill>
                <a:latin typeface="Corbel"/>
                <a:ea typeface="Corbel"/>
                <a:cs typeface="Corbel"/>
                <a:sym typeface="Corbel"/>
              </a:defRPr>
            </a:lvl5pPr>
            <a:lvl6pPr lvl="5" marR="0" rtl="0" algn="ctr">
              <a:lnSpc>
                <a:spcPct val="90000"/>
              </a:lnSpc>
              <a:spcBef>
                <a:spcPts val="250"/>
              </a:spcBef>
              <a:spcAft>
                <a:spcPts val="0"/>
              </a:spcAft>
              <a:buClr>
                <a:schemeClr val="accent1"/>
              </a:buClr>
              <a:buSzPts val="2000"/>
              <a:buFont typeface="Noto Sans Symbols"/>
              <a:buNone/>
              <a:defRPr b="0" i="0" sz="2000" u="none" cap="none" strike="noStrike">
                <a:solidFill>
                  <a:srgbClr val="595959"/>
                </a:solidFill>
                <a:latin typeface="Corbel"/>
                <a:ea typeface="Corbel"/>
                <a:cs typeface="Corbel"/>
                <a:sym typeface="Corbel"/>
              </a:defRPr>
            </a:lvl6pPr>
            <a:lvl7pPr lvl="6" marR="0" rtl="0" algn="ctr">
              <a:lnSpc>
                <a:spcPct val="90000"/>
              </a:lnSpc>
              <a:spcBef>
                <a:spcPts val="250"/>
              </a:spcBef>
              <a:spcAft>
                <a:spcPts val="0"/>
              </a:spcAft>
              <a:buClr>
                <a:schemeClr val="accent1"/>
              </a:buClr>
              <a:buSzPts val="2000"/>
              <a:buFont typeface="Noto Sans Symbols"/>
              <a:buNone/>
              <a:defRPr b="0" i="0" sz="2000" u="none" cap="none" strike="noStrike">
                <a:solidFill>
                  <a:srgbClr val="595959"/>
                </a:solidFill>
                <a:latin typeface="Corbel"/>
                <a:ea typeface="Corbel"/>
                <a:cs typeface="Corbel"/>
                <a:sym typeface="Corbel"/>
              </a:defRPr>
            </a:lvl7pPr>
            <a:lvl8pPr lvl="7" marR="0" rtl="0" algn="ctr">
              <a:lnSpc>
                <a:spcPct val="90000"/>
              </a:lnSpc>
              <a:spcBef>
                <a:spcPts val="250"/>
              </a:spcBef>
              <a:spcAft>
                <a:spcPts val="0"/>
              </a:spcAft>
              <a:buClr>
                <a:schemeClr val="accent1"/>
              </a:buClr>
              <a:buSzPts val="2000"/>
              <a:buFont typeface="Noto Sans Symbols"/>
              <a:buNone/>
              <a:defRPr b="0" i="0" sz="2000" u="none" cap="none" strike="noStrike">
                <a:solidFill>
                  <a:srgbClr val="595959"/>
                </a:solidFill>
                <a:latin typeface="Corbel"/>
                <a:ea typeface="Corbel"/>
                <a:cs typeface="Corbel"/>
                <a:sym typeface="Corbel"/>
              </a:defRPr>
            </a:lvl8pPr>
            <a:lvl9pPr lvl="8" marR="0" rtl="0" algn="ctr">
              <a:lnSpc>
                <a:spcPct val="90000"/>
              </a:lnSpc>
              <a:spcBef>
                <a:spcPts val="250"/>
              </a:spcBef>
              <a:spcAft>
                <a:spcPts val="250"/>
              </a:spcAft>
              <a:buClr>
                <a:schemeClr val="accent1"/>
              </a:buClr>
              <a:buSzPts val="2000"/>
              <a:buFont typeface="Noto Sans Symbols"/>
              <a:buNone/>
              <a:defRPr b="0" i="0" sz="2000" u="none" cap="none" strike="noStrike">
                <a:solidFill>
                  <a:srgbClr val="595959"/>
                </a:solidFill>
                <a:latin typeface="Corbel"/>
                <a:ea typeface="Corbel"/>
                <a:cs typeface="Corbel"/>
                <a:sym typeface="Corbel"/>
              </a:defRPr>
            </a:lvl9pPr>
          </a:lstStyle>
          <a:p/>
        </p:txBody>
      </p:sp>
      <p:sp>
        <p:nvSpPr>
          <p:cNvPr id="17" name="Google Shape;17;p37"/>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7"/>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7"/>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0" name="Shape 20"/>
        <p:cNvGrpSpPr/>
        <p:nvPr/>
      </p:nvGrpSpPr>
      <p:grpSpPr>
        <a:xfrm>
          <a:off x="0" y="0"/>
          <a:ext cx="0" cy="0"/>
          <a:chOff x="0" y="0"/>
          <a:chExt cx="0" cy="0"/>
        </a:xfrm>
      </p:grpSpPr>
      <p:sp>
        <p:nvSpPr>
          <p:cNvPr id="21" name="Google Shape;21;p38"/>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8"/>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8"/>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4" name="Shape 24"/>
        <p:cNvGrpSpPr/>
        <p:nvPr/>
      </p:nvGrpSpPr>
      <p:grpSpPr>
        <a:xfrm>
          <a:off x="0" y="0"/>
          <a:ext cx="0" cy="0"/>
          <a:chOff x="0" y="0"/>
          <a:chExt cx="0" cy="0"/>
        </a:xfrm>
      </p:grpSpPr>
      <p:sp>
        <p:nvSpPr>
          <p:cNvPr id="25" name="Google Shape;25;p39"/>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9"/>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9"/>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 name="Shape 28"/>
        <p:cNvGrpSpPr/>
        <p:nvPr/>
      </p:nvGrpSpPr>
      <p:grpSpPr>
        <a:xfrm>
          <a:off x="0" y="0"/>
          <a:ext cx="0" cy="0"/>
          <a:chOff x="0" y="0"/>
          <a:chExt cx="0" cy="0"/>
        </a:xfrm>
      </p:grpSpPr>
      <p:sp>
        <p:nvSpPr>
          <p:cNvPr id="29" name="Google Shape;29;p40"/>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FFFFFF"/>
              </a:buClr>
              <a:buSzPts val="3600"/>
              <a:buFont typeface="Corbel"/>
              <a:buNone/>
              <a:defRPr sz="3600">
                <a:solidFill>
                  <a:srgbClr val="FFFFFF"/>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40"/>
          <p:cNvSpPr txBox="1"/>
          <p:nvPr>
            <p:ph idx="1" type="body"/>
          </p:nvPr>
        </p:nvSpPr>
        <p:spPr>
          <a:xfrm>
            <a:off x="3867912" y="868680"/>
            <a:ext cx="3474720" cy="5120640"/>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200"/>
              </a:spcBef>
              <a:spcAft>
                <a:spcPts val="0"/>
              </a:spcAft>
              <a:buClr>
                <a:schemeClr val="accent1"/>
              </a:buClr>
              <a:buSzPts val="2000"/>
              <a:buFont typeface="Noto Sans Symbols"/>
              <a:buChar char="●"/>
              <a:defRPr sz="2000">
                <a:solidFill>
                  <a:srgbClr val="595959"/>
                </a:solidFill>
                <a:latin typeface="Corbel"/>
                <a:ea typeface="Corbel"/>
                <a:cs typeface="Corbel"/>
                <a:sym typeface="Corbel"/>
              </a:defRPr>
            </a:lvl1pPr>
            <a:lvl2pPr indent="-342900" lvl="1" marL="914400" marR="0" rtl="0" algn="l">
              <a:lnSpc>
                <a:spcPct val="90000"/>
              </a:lnSpc>
              <a:spcBef>
                <a:spcPts val="250"/>
              </a:spcBef>
              <a:spcAft>
                <a:spcPts val="0"/>
              </a:spcAft>
              <a:buClr>
                <a:schemeClr val="accent1"/>
              </a:buClr>
              <a:buSzPts val="1800"/>
              <a:buFont typeface="Noto Sans Symbols"/>
              <a:buChar char="●"/>
              <a:defRPr b="0" i="0" sz="1800" u="none" cap="none" strike="noStrike">
                <a:solidFill>
                  <a:srgbClr val="595959"/>
                </a:solidFill>
                <a:latin typeface="Corbel"/>
                <a:ea typeface="Corbel"/>
                <a:cs typeface="Corbel"/>
                <a:sym typeface="Corbel"/>
              </a:defRPr>
            </a:lvl2pPr>
            <a:lvl3pPr indent="-330200" lvl="2" marL="1371600" marR="0" rtl="0" algn="l">
              <a:lnSpc>
                <a:spcPct val="90000"/>
              </a:lnSpc>
              <a:spcBef>
                <a:spcPts val="250"/>
              </a:spcBef>
              <a:spcAft>
                <a:spcPts val="0"/>
              </a:spcAft>
              <a:buClr>
                <a:schemeClr val="accent1"/>
              </a:buClr>
              <a:buSzPts val="1600"/>
              <a:buFont typeface="Noto Sans Symbols"/>
              <a:buChar char="●"/>
              <a:defRPr b="0" i="0" sz="1600" u="none" cap="none" strike="noStrike">
                <a:solidFill>
                  <a:srgbClr val="595959"/>
                </a:solidFill>
                <a:latin typeface="Corbel"/>
                <a:ea typeface="Corbel"/>
                <a:cs typeface="Corbel"/>
                <a:sym typeface="Corbel"/>
              </a:defRPr>
            </a:lvl3pPr>
            <a:lvl4pPr indent="-317500" lvl="3" marL="18288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4pPr>
            <a:lvl5pPr indent="-317500" lvl="4" marL="22860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5pPr>
            <a:lvl6pPr indent="-317500" lvl="5" marL="27432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6pPr>
            <a:lvl7pPr indent="-317500" lvl="6" marL="32004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7pPr>
            <a:lvl8pPr indent="-317500" lvl="7" marL="36576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8pPr>
            <a:lvl9pPr indent="-317500" lvl="8" marL="4114800" marR="0" rtl="0" algn="l">
              <a:lnSpc>
                <a:spcPct val="90000"/>
              </a:lnSpc>
              <a:spcBef>
                <a:spcPts val="250"/>
              </a:spcBef>
              <a:spcAft>
                <a:spcPts val="25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9pPr>
          </a:lstStyle>
          <a:p/>
        </p:txBody>
      </p:sp>
      <p:sp>
        <p:nvSpPr>
          <p:cNvPr id="31" name="Google Shape;31;p40"/>
          <p:cNvSpPr txBox="1"/>
          <p:nvPr>
            <p:ph idx="2" type="body"/>
          </p:nvPr>
        </p:nvSpPr>
        <p:spPr>
          <a:xfrm>
            <a:off x="7818120" y="868680"/>
            <a:ext cx="3474720" cy="5120640"/>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200"/>
              </a:spcBef>
              <a:spcAft>
                <a:spcPts val="0"/>
              </a:spcAft>
              <a:buClr>
                <a:schemeClr val="accent1"/>
              </a:buClr>
              <a:buSzPts val="2000"/>
              <a:buFont typeface="Noto Sans Symbols"/>
              <a:buChar char="●"/>
              <a:defRPr sz="2000">
                <a:solidFill>
                  <a:srgbClr val="595959"/>
                </a:solidFill>
                <a:latin typeface="Corbel"/>
                <a:ea typeface="Corbel"/>
                <a:cs typeface="Corbel"/>
                <a:sym typeface="Corbel"/>
              </a:defRPr>
            </a:lvl1pPr>
            <a:lvl2pPr indent="-342900" lvl="1" marL="914400" marR="0" rtl="0" algn="l">
              <a:lnSpc>
                <a:spcPct val="90000"/>
              </a:lnSpc>
              <a:spcBef>
                <a:spcPts val="250"/>
              </a:spcBef>
              <a:spcAft>
                <a:spcPts val="0"/>
              </a:spcAft>
              <a:buClr>
                <a:schemeClr val="accent1"/>
              </a:buClr>
              <a:buSzPts val="1800"/>
              <a:buFont typeface="Noto Sans Symbols"/>
              <a:buChar char="●"/>
              <a:defRPr b="0" i="0" sz="1800" u="none" cap="none" strike="noStrike">
                <a:solidFill>
                  <a:srgbClr val="595959"/>
                </a:solidFill>
                <a:latin typeface="Corbel"/>
                <a:ea typeface="Corbel"/>
                <a:cs typeface="Corbel"/>
                <a:sym typeface="Corbel"/>
              </a:defRPr>
            </a:lvl2pPr>
            <a:lvl3pPr indent="-330200" lvl="2" marL="1371600" marR="0" rtl="0" algn="l">
              <a:lnSpc>
                <a:spcPct val="90000"/>
              </a:lnSpc>
              <a:spcBef>
                <a:spcPts val="250"/>
              </a:spcBef>
              <a:spcAft>
                <a:spcPts val="0"/>
              </a:spcAft>
              <a:buClr>
                <a:schemeClr val="accent1"/>
              </a:buClr>
              <a:buSzPts val="1600"/>
              <a:buFont typeface="Noto Sans Symbols"/>
              <a:buChar char="●"/>
              <a:defRPr b="0" i="0" sz="1600" u="none" cap="none" strike="noStrike">
                <a:solidFill>
                  <a:srgbClr val="595959"/>
                </a:solidFill>
                <a:latin typeface="Corbel"/>
                <a:ea typeface="Corbel"/>
                <a:cs typeface="Corbel"/>
                <a:sym typeface="Corbel"/>
              </a:defRPr>
            </a:lvl3pPr>
            <a:lvl4pPr indent="-317500" lvl="3" marL="18288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4pPr>
            <a:lvl5pPr indent="-317500" lvl="4" marL="22860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5pPr>
            <a:lvl6pPr indent="-317500" lvl="5" marL="27432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6pPr>
            <a:lvl7pPr indent="-317500" lvl="6" marL="32004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7pPr>
            <a:lvl8pPr indent="-317500" lvl="7" marL="36576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8pPr>
            <a:lvl9pPr indent="-317500" lvl="8" marL="4114800" marR="0" rtl="0" algn="l">
              <a:lnSpc>
                <a:spcPct val="90000"/>
              </a:lnSpc>
              <a:spcBef>
                <a:spcPts val="250"/>
              </a:spcBef>
              <a:spcAft>
                <a:spcPts val="25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9pPr>
          </a:lstStyle>
          <a:p/>
        </p:txBody>
      </p:sp>
      <p:sp>
        <p:nvSpPr>
          <p:cNvPr id="32" name="Google Shape;32;p40"/>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0"/>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0"/>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5" name="Shape 35"/>
        <p:cNvGrpSpPr/>
        <p:nvPr/>
      </p:nvGrpSpPr>
      <p:grpSpPr>
        <a:xfrm>
          <a:off x="0" y="0"/>
          <a:ext cx="0" cy="0"/>
          <a:chOff x="0" y="0"/>
          <a:chExt cx="0" cy="0"/>
        </a:xfrm>
      </p:grpSpPr>
      <p:sp>
        <p:nvSpPr>
          <p:cNvPr id="36" name="Google Shape;36;p41"/>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FFFFFF"/>
              </a:buClr>
              <a:buSzPts val="3600"/>
              <a:buFont typeface="Corbel"/>
              <a:buNone/>
              <a:defRPr sz="3600">
                <a:solidFill>
                  <a:srgbClr val="FFFFFF"/>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41"/>
          <p:cNvSpPr txBox="1"/>
          <p:nvPr>
            <p:ph idx="1" type="body"/>
          </p:nvPr>
        </p:nvSpPr>
        <p:spPr>
          <a:xfrm>
            <a:off x="3867912" y="1023586"/>
            <a:ext cx="3474720" cy="807720"/>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90000"/>
              </a:lnSpc>
              <a:spcBef>
                <a:spcPts val="0"/>
              </a:spcBef>
              <a:spcAft>
                <a:spcPts val="0"/>
              </a:spcAft>
              <a:buClr>
                <a:schemeClr val="accent1"/>
              </a:buClr>
              <a:buSzPts val="2000"/>
              <a:buFont typeface="Noto Sans Symbols"/>
              <a:buNone/>
              <a:defRPr b="1" sz="2000">
                <a:solidFill>
                  <a:srgbClr val="595959"/>
                </a:solidFill>
                <a:latin typeface="Corbel"/>
                <a:ea typeface="Corbel"/>
                <a:cs typeface="Corbel"/>
                <a:sym typeface="Corbel"/>
              </a:defRPr>
            </a:lvl1pPr>
            <a:lvl2pPr indent="-228600" lvl="1" marL="914400" marR="0" rtl="0" algn="l">
              <a:lnSpc>
                <a:spcPct val="90000"/>
              </a:lnSpc>
              <a:spcBef>
                <a:spcPts val="250"/>
              </a:spcBef>
              <a:spcAft>
                <a:spcPts val="0"/>
              </a:spcAft>
              <a:buClr>
                <a:schemeClr val="accent1"/>
              </a:buClr>
              <a:buSzPts val="2000"/>
              <a:buFont typeface="Noto Sans Symbols"/>
              <a:buNone/>
              <a:defRPr b="1" i="0" sz="2000" u="none" cap="none" strike="noStrike">
                <a:solidFill>
                  <a:srgbClr val="595959"/>
                </a:solidFill>
                <a:latin typeface="Corbel"/>
                <a:ea typeface="Corbel"/>
                <a:cs typeface="Corbel"/>
                <a:sym typeface="Corbel"/>
              </a:defRPr>
            </a:lvl2pPr>
            <a:lvl3pPr indent="-228600" lvl="2" marL="1371600" marR="0" rtl="0" algn="l">
              <a:lnSpc>
                <a:spcPct val="90000"/>
              </a:lnSpc>
              <a:spcBef>
                <a:spcPts val="250"/>
              </a:spcBef>
              <a:spcAft>
                <a:spcPts val="0"/>
              </a:spcAft>
              <a:buClr>
                <a:schemeClr val="accent1"/>
              </a:buClr>
              <a:buSzPts val="1800"/>
              <a:buFont typeface="Noto Sans Symbols"/>
              <a:buNone/>
              <a:defRPr b="1" i="0" sz="1800" u="none" cap="none" strike="noStrike">
                <a:solidFill>
                  <a:srgbClr val="595959"/>
                </a:solidFill>
                <a:latin typeface="Corbel"/>
                <a:ea typeface="Corbel"/>
                <a:cs typeface="Corbel"/>
                <a:sym typeface="Corbel"/>
              </a:defRPr>
            </a:lvl3pPr>
            <a:lvl4pPr indent="-228600" lvl="3" marL="1828800" marR="0" rtl="0" algn="l">
              <a:lnSpc>
                <a:spcPct val="90000"/>
              </a:lnSpc>
              <a:spcBef>
                <a:spcPts val="250"/>
              </a:spcBef>
              <a:spcAft>
                <a:spcPts val="0"/>
              </a:spcAft>
              <a:buClr>
                <a:schemeClr val="accent1"/>
              </a:buClr>
              <a:buSzPts val="1600"/>
              <a:buFont typeface="Noto Sans Symbols"/>
              <a:buNone/>
              <a:defRPr b="1" i="0" sz="1600" u="none" cap="none" strike="noStrike">
                <a:solidFill>
                  <a:srgbClr val="595959"/>
                </a:solidFill>
                <a:latin typeface="Corbel"/>
                <a:ea typeface="Corbel"/>
                <a:cs typeface="Corbel"/>
                <a:sym typeface="Corbel"/>
              </a:defRPr>
            </a:lvl4pPr>
            <a:lvl5pPr indent="-228600" lvl="4" marL="2286000" marR="0" rtl="0" algn="l">
              <a:lnSpc>
                <a:spcPct val="90000"/>
              </a:lnSpc>
              <a:spcBef>
                <a:spcPts val="250"/>
              </a:spcBef>
              <a:spcAft>
                <a:spcPts val="0"/>
              </a:spcAft>
              <a:buClr>
                <a:schemeClr val="accent1"/>
              </a:buClr>
              <a:buSzPts val="1600"/>
              <a:buFont typeface="Noto Sans Symbols"/>
              <a:buNone/>
              <a:defRPr b="1" i="0" sz="1600" u="none" cap="none" strike="noStrike">
                <a:solidFill>
                  <a:srgbClr val="595959"/>
                </a:solidFill>
                <a:latin typeface="Corbel"/>
                <a:ea typeface="Corbel"/>
                <a:cs typeface="Corbel"/>
                <a:sym typeface="Corbel"/>
              </a:defRPr>
            </a:lvl5pPr>
            <a:lvl6pPr indent="-228600" lvl="5" marL="2743200" marR="0" rtl="0" algn="l">
              <a:lnSpc>
                <a:spcPct val="90000"/>
              </a:lnSpc>
              <a:spcBef>
                <a:spcPts val="250"/>
              </a:spcBef>
              <a:spcAft>
                <a:spcPts val="0"/>
              </a:spcAft>
              <a:buClr>
                <a:schemeClr val="accent1"/>
              </a:buClr>
              <a:buSzPts val="1600"/>
              <a:buFont typeface="Noto Sans Symbols"/>
              <a:buNone/>
              <a:defRPr b="1" i="0" sz="1600" u="none" cap="none" strike="noStrike">
                <a:solidFill>
                  <a:srgbClr val="595959"/>
                </a:solidFill>
                <a:latin typeface="Corbel"/>
                <a:ea typeface="Corbel"/>
                <a:cs typeface="Corbel"/>
                <a:sym typeface="Corbel"/>
              </a:defRPr>
            </a:lvl6pPr>
            <a:lvl7pPr indent="-228600" lvl="6" marL="3200400" marR="0" rtl="0" algn="l">
              <a:lnSpc>
                <a:spcPct val="90000"/>
              </a:lnSpc>
              <a:spcBef>
                <a:spcPts val="250"/>
              </a:spcBef>
              <a:spcAft>
                <a:spcPts val="0"/>
              </a:spcAft>
              <a:buClr>
                <a:schemeClr val="accent1"/>
              </a:buClr>
              <a:buSzPts val="1600"/>
              <a:buFont typeface="Noto Sans Symbols"/>
              <a:buNone/>
              <a:defRPr b="1" i="0" sz="1600" u="none" cap="none" strike="noStrike">
                <a:solidFill>
                  <a:srgbClr val="595959"/>
                </a:solidFill>
                <a:latin typeface="Corbel"/>
                <a:ea typeface="Corbel"/>
                <a:cs typeface="Corbel"/>
                <a:sym typeface="Corbel"/>
              </a:defRPr>
            </a:lvl7pPr>
            <a:lvl8pPr indent="-228600" lvl="7" marL="3657600" marR="0" rtl="0" algn="l">
              <a:lnSpc>
                <a:spcPct val="90000"/>
              </a:lnSpc>
              <a:spcBef>
                <a:spcPts val="250"/>
              </a:spcBef>
              <a:spcAft>
                <a:spcPts val="0"/>
              </a:spcAft>
              <a:buClr>
                <a:schemeClr val="accent1"/>
              </a:buClr>
              <a:buSzPts val="1600"/>
              <a:buFont typeface="Noto Sans Symbols"/>
              <a:buNone/>
              <a:defRPr b="1" i="0" sz="1600" u="none" cap="none" strike="noStrike">
                <a:solidFill>
                  <a:srgbClr val="595959"/>
                </a:solidFill>
                <a:latin typeface="Corbel"/>
                <a:ea typeface="Corbel"/>
                <a:cs typeface="Corbel"/>
                <a:sym typeface="Corbel"/>
              </a:defRPr>
            </a:lvl8pPr>
            <a:lvl9pPr indent="-228600" lvl="8" marL="4114800" marR="0" rtl="0" algn="l">
              <a:lnSpc>
                <a:spcPct val="90000"/>
              </a:lnSpc>
              <a:spcBef>
                <a:spcPts val="250"/>
              </a:spcBef>
              <a:spcAft>
                <a:spcPts val="250"/>
              </a:spcAft>
              <a:buClr>
                <a:schemeClr val="accent1"/>
              </a:buClr>
              <a:buSzPts val="1600"/>
              <a:buFont typeface="Noto Sans Symbols"/>
              <a:buNone/>
              <a:defRPr b="1" i="0" sz="1600" u="none" cap="none" strike="noStrike">
                <a:solidFill>
                  <a:srgbClr val="595959"/>
                </a:solidFill>
                <a:latin typeface="Corbel"/>
                <a:ea typeface="Corbel"/>
                <a:cs typeface="Corbel"/>
                <a:sym typeface="Corbel"/>
              </a:defRPr>
            </a:lvl9pPr>
          </a:lstStyle>
          <a:p/>
        </p:txBody>
      </p:sp>
      <p:sp>
        <p:nvSpPr>
          <p:cNvPr id="38" name="Google Shape;38;p41"/>
          <p:cNvSpPr txBox="1"/>
          <p:nvPr>
            <p:ph idx="2" type="body"/>
          </p:nvPr>
        </p:nvSpPr>
        <p:spPr>
          <a:xfrm>
            <a:off x="3867912" y="1930936"/>
            <a:ext cx="3474720" cy="4023360"/>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200"/>
              </a:spcBef>
              <a:spcAft>
                <a:spcPts val="0"/>
              </a:spcAft>
              <a:buClr>
                <a:schemeClr val="accent1"/>
              </a:buClr>
              <a:buSzPts val="2000"/>
              <a:buFont typeface="Noto Sans Symbols"/>
              <a:buChar char="●"/>
              <a:defRPr sz="2000">
                <a:solidFill>
                  <a:srgbClr val="595959"/>
                </a:solidFill>
                <a:latin typeface="Corbel"/>
                <a:ea typeface="Corbel"/>
                <a:cs typeface="Corbel"/>
                <a:sym typeface="Corbel"/>
              </a:defRPr>
            </a:lvl1pPr>
            <a:lvl2pPr indent="-342900" lvl="1" marL="914400" marR="0" rtl="0" algn="l">
              <a:lnSpc>
                <a:spcPct val="90000"/>
              </a:lnSpc>
              <a:spcBef>
                <a:spcPts val="250"/>
              </a:spcBef>
              <a:spcAft>
                <a:spcPts val="0"/>
              </a:spcAft>
              <a:buClr>
                <a:schemeClr val="accent1"/>
              </a:buClr>
              <a:buSzPts val="1800"/>
              <a:buFont typeface="Noto Sans Symbols"/>
              <a:buChar char="●"/>
              <a:defRPr b="0" i="0" sz="1800" u="none" cap="none" strike="noStrike">
                <a:solidFill>
                  <a:srgbClr val="595959"/>
                </a:solidFill>
                <a:latin typeface="Corbel"/>
                <a:ea typeface="Corbel"/>
                <a:cs typeface="Corbel"/>
                <a:sym typeface="Corbel"/>
              </a:defRPr>
            </a:lvl2pPr>
            <a:lvl3pPr indent="-330200" lvl="2" marL="1371600" marR="0" rtl="0" algn="l">
              <a:lnSpc>
                <a:spcPct val="90000"/>
              </a:lnSpc>
              <a:spcBef>
                <a:spcPts val="250"/>
              </a:spcBef>
              <a:spcAft>
                <a:spcPts val="0"/>
              </a:spcAft>
              <a:buClr>
                <a:schemeClr val="accent1"/>
              </a:buClr>
              <a:buSzPts val="1600"/>
              <a:buFont typeface="Noto Sans Symbols"/>
              <a:buChar char="●"/>
              <a:defRPr b="0" i="0" sz="1600" u="none" cap="none" strike="noStrike">
                <a:solidFill>
                  <a:srgbClr val="595959"/>
                </a:solidFill>
                <a:latin typeface="Corbel"/>
                <a:ea typeface="Corbel"/>
                <a:cs typeface="Corbel"/>
                <a:sym typeface="Corbel"/>
              </a:defRPr>
            </a:lvl3pPr>
            <a:lvl4pPr indent="-317500" lvl="3" marL="18288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4pPr>
            <a:lvl5pPr indent="-317500" lvl="4" marL="22860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5pPr>
            <a:lvl6pPr indent="-317500" lvl="5" marL="27432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6pPr>
            <a:lvl7pPr indent="-317500" lvl="6" marL="32004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7pPr>
            <a:lvl8pPr indent="-317500" lvl="7" marL="36576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8pPr>
            <a:lvl9pPr indent="-317500" lvl="8" marL="4114800" marR="0" rtl="0" algn="l">
              <a:lnSpc>
                <a:spcPct val="90000"/>
              </a:lnSpc>
              <a:spcBef>
                <a:spcPts val="250"/>
              </a:spcBef>
              <a:spcAft>
                <a:spcPts val="25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9pPr>
          </a:lstStyle>
          <a:p/>
        </p:txBody>
      </p:sp>
      <p:sp>
        <p:nvSpPr>
          <p:cNvPr id="39" name="Google Shape;39;p41"/>
          <p:cNvSpPr txBox="1"/>
          <p:nvPr>
            <p:ph idx="3" type="body"/>
          </p:nvPr>
        </p:nvSpPr>
        <p:spPr>
          <a:xfrm>
            <a:off x="7818463" y="1023586"/>
            <a:ext cx="3474720" cy="813171"/>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90000"/>
              </a:lnSpc>
              <a:spcBef>
                <a:spcPts val="0"/>
              </a:spcBef>
              <a:spcAft>
                <a:spcPts val="0"/>
              </a:spcAft>
              <a:buClr>
                <a:schemeClr val="accent1"/>
              </a:buClr>
              <a:buSzPts val="2000"/>
              <a:buFont typeface="Noto Sans Symbols"/>
              <a:buNone/>
              <a:defRPr b="1" sz="2000">
                <a:solidFill>
                  <a:srgbClr val="595959"/>
                </a:solidFill>
                <a:latin typeface="Corbel"/>
                <a:ea typeface="Corbel"/>
                <a:cs typeface="Corbel"/>
                <a:sym typeface="Corbel"/>
              </a:defRPr>
            </a:lvl1pPr>
            <a:lvl2pPr indent="-228600" lvl="1" marL="914400" marR="0" rtl="0" algn="l">
              <a:lnSpc>
                <a:spcPct val="90000"/>
              </a:lnSpc>
              <a:spcBef>
                <a:spcPts val="250"/>
              </a:spcBef>
              <a:spcAft>
                <a:spcPts val="0"/>
              </a:spcAft>
              <a:buClr>
                <a:schemeClr val="accent1"/>
              </a:buClr>
              <a:buSzPts val="2000"/>
              <a:buFont typeface="Noto Sans Symbols"/>
              <a:buNone/>
              <a:defRPr b="1" i="0" sz="2000" u="none" cap="none" strike="noStrike">
                <a:solidFill>
                  <a:srgbClr val="595959"/>
                </a:solidFill>
                <a:latin typeface="Corbel"/>
                <a:ea typeface="Corbel"/>
                <a:cs typeface="Corbel"/>
                <a:sym typeface="Corbel"/>
              </a:defRPr>
            </a:lvl2pPr>
            <a:lvl3pPr indent="-228600" lvl="2" marL="1371600" marR="0" rtl="0" algn="l">
              <a:lnSpc>
                <a:spcPct val="90000"/>
              </a:lnSpc>
              <a:spcBef>
                <a:spcPts val="250"/>
              </a:spcBef>
              <a:spcAft>
                <a:spcPts val="0"/>
              </a:spcAft>
              <a:buClr>
                <a:schemeClr val="accent1"/>
              </a:buClr>
              <a:buSzPts val="1800"/>
              <a:buFont typeface="Noto Sans Symbols"/>
              <a:buNone/>
              <a:defRPr b="1" i="0" sz="1800" u="none" cap="none" strike="noStrike">
                <a:solidFill>
                  <a:srgbClr val="595959"/>
                </a:solidFill>
                <a:latin typeface="Corbel"/>
                <a:ea typeface="Corbel"/>
                <a:cs typeface="Corbel"/>
                <a:sym typeface="Corbel"/>
              </a:defRPr>
            </a:lvl3pPr>
            <a:lvl4pPr indent="-228600" lvl="3" marL="1828800" marR="0" rtl="0" algn="l">
              <a:lnSpc>
                <a:spcPct val="90000"/>
              </a:lnSpc>
              <a:spcBef>
                <a:spcPts val="250"/>
              </a:spcBef>
              <a:spcAft>
                <a:spcPts val="0"/>
              </a:spcAft>
              <a:buClr>
                <a:schemeClr val="accent1"/>
              </a:buClr>
              <a:buSzPts val="1600"/>
              <a:buFont typeface="Noto Sans Symbols"/>
              <a:buNone/>
              <a:defRPr b="1" i="0" sz="1600" u="none" cap="none" strike="noStrike">
                <a:solidFill>
                  <a:srgbClr val="595959"/>
                </a:solidFill>
                <a:latin typeface="Corbel"/>
                <a:ea typeface="Corbel"/>
                <a:cs typeface="Corbel"/>
                <a:sym typeface="Corbel"/>
              </a:defRPr>
            </a:lvl4pPr>
            <a:lvl5pPr indent="-228600" lvl="4" marL="2286000" marR="0" rtl="0" algn="l">
              <a:lnSpc>
                <a:spcPct val="90000"/>
              </a:lnSpc>
              <a:spcBef>
                <a:spcPts val="250"/>
              </a:spcBef>
              <a:spcAft>
                <a:spcPts val="0"/>
              </a:spcAft>
              <a:buClr>
                <a:schemeClr val="accent1"/>
              </a:buClr>
              <a:buSzPts val="1600"/>
              <a:buFont typeface="Noto Sans Symbols"/>
              <a:buNone/>
              <a:defRPr b="1" i="0" sz="1600" u="none" cap="none" strike="noStrike">
                <a:solidFill>
                  <a:srgbClr val="595959"/>
                </a:solidFill>
                <a:latin typeface="Corbel"/>
                <a:ea typeface="Corbel"/>
                <a:cs typeface="Corbel"/>
                <a:sym typeface="Corbel"/>
              </a:defRPr>
            </a:lvl5pPr>
            <a:lvl6pPr indent="-228600" lvl="5" marL="2743200" marR="0" rtl="0" algn="l">
              <a:lnSpc>
                <a:spcPct val="90000"/>
              </a:lnSpc>
              <a:spcBef>
                <a:spcPts val="250"/>
              </a:spcBef>
              <a:spcAft>
                <a:spcPts val="0"/>
              </a:spcAft>
              <a:buClr>
                <a:schemeClr val="accent1"/>
              </a:buClr>
              <a:buSzPts val="1600"/>
              <a:buFont typeface="Noto Sans Symbols"/>
              <a:buNone/>
              <a:defRPr b="1" i="0" sz="1600" u="none" cap="none" strike="noStrike">
                <a:solidFill>
                  <a:srgbClr val="595959"/>
                </a:solidFill>
                <a:latin typeface="Corbel"/>
                <a:ea typeface="Corbel"/>
                <a:cs typeface="Corbel"/>
                <a:sym typeface="Corbel"/>
              </a:defRPr>
            </a:lvl6pPr>
            <a:lvl7pPr indent="-228600" lvl="6" marL="3200400" marR="0" rtl="0" algn="l">
              <a:lnSpc>
                <a:spcPct val="90000"/>
              </a:lnSpc>
              <a:spcBef>
                <a:spcPts val="250"/>
              </a:spcBef>
              <a:spcAft>
                <a:spcPts val="0"/>
              </a:spcAft>
              <a:buClr>
                <a:schemeClr val="accent1"/>
              </a:buClr>
              <a:buSzPts val="1600"/>
              <a:buFont typeface="Noto Sans Symbols"/>
              <a:buNone/>
              <a:defRPr b="1" i="0" sz="1600" u="none" cap="none" strike="noStrike">
                <a:solidFill>
                  <a:srgbClr val="595959"/>
                </a:solidFill>
                <a:latin typeface="Corbel"/>
                <a:ea typeface="Corbel"/>
                <a:cs typeface="Corbel"/>
                <a:sym typeface="Corbel"/>
              </a:defRPr>
            </a:lvl7pPr>
            <a:lvl8pPr indent="-228600" lvl="7" marL="3657600" marR="0" rtl="0" algn="l">
              <a:lnSpc>
                <a:spcPct val="90000"/>
              </a:lnSpc>
              <a:spcBef>
                <a:spcPts val="250"/>
              </a:spcBef>
              <a:spcAft>
                <a:spcPts val="0"/>
              </a:spcAft>
              <a:buClr>
                <a:schemeClr val="accent1"/>
              </a:buClr>
              <a:buSzPts val="1600"/>
              <a:buFont typeface="Noto Sans Symbols"/>
              <a:buNone/>
              <a:defRPr b="1" i="0" sz="1600" u="none" cap="none" strike="noStrike">
                <a:solidFill>
                  <a:srgbClr val="595959"/>
                </a:solidFill>
                <a:latin typeface="Corbel"/>
                <a:ea typeface="Corbel"/>
                <a:cs typeface="Corbel"/>
                <a:sym typeface="Corbel"/>
              </a:defRPr>
            </a:lvl8pPr>
            <a:lvl9pPr indent="-228600" lvl="8" marL="4114800" marR="0" rtl="0" algn="l">
              <a:lnSpc>
                <a:spcPct val="90000"/>
              </a:lnSpc>
              <a:spcBef>
                <a:spcPts val="250"/>
              </a:spcBef>
              <a:spcAft>
                <a:spcPts val="250"/>
              </a:spcAft>
              <a:buClr>
                <a:schemeClr val="accent1"/>
              </a:buClr>
              <a:buSzPts val="1600"/>
              <a:buFont typeface="Noto Sans Symbols"/>
              <a:buNone/>
              <a:defRPr b="1" i="0" sz="1600" u="none" cap="none" strike="noStrike">
                <a:solidFill>
                  <a:srgbClr val="595959"/>
                </a:solidFill>
                <a:latin typeface="Corbel"/>
                <a:ea typeface="Corbel"/>
                <a:cs typeface="Corbel"/>
                <a:sym typeface="Corbel"/>
              </a:defRPr>
            </a:lvl9pPr>
          </a:lstStyle>
          <a:p/>
        </p:txBody>
      </p:sp>
      <p:sp>
        <p:nvSpPr>
          <p:cNvPr id="40" name="Google Shape;40;p41"/>
          <p:cNvSpPr txBox="1"/>
          <p:nvPr>
            <p:ph idx="4" type="body"/>
          </p:nvPr>
        </p:nvSpPr>
        <p:spPr>
          <a:xfrm>
            <a:off x="7818463" y="1930936"/>
            <a:ext cx="3474720" cy="4023360"/>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200"/>
              </a:spcBef>
              <a:spcAft>
                <a:spcPts val="0"/>
              </a:spcAft>
              <a:buClr>
                <a:schemeClr val="accent1"/>
              </a:buClr>
              <a:buSzPts val="2000"/>
              <a:buFont typeface="Noto Sans Symbols"/>
              <a:buChar char="●"/>
              <a:defRPr sz="2000">
                <a:solidFill>
                  <a:srgbClr val="595959"/>
                </a:solidFill>
                <a:latin typeface="Corbel"/>
                <a:ea typeface="Corbel"/>
                <a:cs typeface="Corbel"/>
                <a:sym typeface="Corbel"/>
              </a:defRPr>
            </a:lvl1pPr>
            <a:lvl2pPr indent="-342900" lvl="1" marL="914400" marR="0" rtl="0" algn="l">
              <a:lnSpc>
                <a:spcPct val="90000"/>
              </a:lnSpc>
              <a:spcBef>
                <a:spcPts val="250"/>
              </a:spcBef>
              <a:spcAft>
                <a:spcPts val="0"/>
              </a:spcAft>
              <a:buClr>
                <a:schemeClr val="accent1"/>
              </a:buClr>
              <a:buSzPts val="1800"/>
              <a:buFont typeface="Noto Sans Symbols"/>
              <a:buChar char="●"/>
              <a:defRPr b="0" i="0" sz="1800" u="none" cap="none" strike="noStrike">
                <a:solidFill>
                  <a:srgbClr val="595959"/>
                </a:solidFill>
                <a:latin typeface="Corbel"/>
                <a:ea typeface="Corbel"/>
                <a:cs typeface="Corbel"/>
                <a:sym typeface="Corbel"/>
              </a:defRPr>
            </a:lvl2pPr>
            <a:lvl3pPr indent="-330200" lvl="2" marL="1371600" marR="0" rtl="0" algn="l">
              <a:lnSpc>
                <a:spcPct val="90000"/>
              </a:lnSpc>
              <a:spcBef>
                <a:spcPts val="250"/>
              </a:spcBef>
              <a:spcAft>
                <a:spcPts val="0"/>
              </a:spcAft>
              <a:buClr>
                <a:schemeClr val="accent1"/>
              </a:buClr>
              <a:buSzPts val="1600"/>
              <a:buFont typeface="Noto Sans Symbols"/>
              <a:buChar char="●"/>
              <a:defRPr b="0" i="0" sz="1600" u="none" cap="none" strike="noStrike">
                <a:solidFill>
                  <a:srgbClr val="595959"/>
                </a:solidFill>
                <a:latin typeface="Corbel"/>
                <a:ea typeface="Corbel"/>
                <a:cs typeface="Corbel"/>
                <a:sym typeface="Corbel"/>
              </a:defRPr>
            </a:lvl3pPr>
            <a:lvl4pPr indent="-317500" lvl="3" marL="18288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4pPr>
            <a:lvl5pPr indent="-317500" lvl="4" marL="22860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5pPr>
            <a:lvl6pPr indent="-317500" lvl="5" marL="27432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6pPr>
            <a:lvl7pPr indent="-317500" lvl="6" marL="32004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7pPr>
            <a:lvl8pPr indent="-317500" lvl="7" marL="36576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8pPr>
            <a:lvl9pPr indent="-317500" lvl="8" marL="4114800" marR="0" rtl="0" algn="l">
              <a:lnSpc>
                <a:spcPct val="90000"/>
              </a:lnSpc>
              <a:spcBef>
                <a:spcPts val="250"/>
              </a:spcBef>
              <a:spcAft>
                <a:spcPts val="25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9pPr>
          </a:lstStyle>
          <a:p/>
        </p:txBody>
      </p:sp>
      <p:sp>
        <p:nvSpPr>
          <p:cNvPr id="41" name="Google Shape;41;p41"/>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1"/>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1"/>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42"/>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FFFFFF"/>
              </a:buClr>
              <a:buSzPts val="3600"/>
              <a:buFont typeface="Corbel"/>
              <a:buNone/>
              <a:defRPr sz="3600">
                <a:solidFill>
                  <a:srgbClr val="FFFFFF"/>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6" name="Google Shape;46;p42"/>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2"/>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2"/>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49" name="Shape 49"/>
        <p:cNvGrpSpPr/>
        <p:nvPr/>
      </p:nvGrpSpPr>
      <p:grpSpPr>
        <a:xfrm>
          <a:off x="0" y="0"/>
          <a:ext cx="0" cy="0"/>
          <a:chOff x="0" y="0"/>
          <a:chExt cx="0" cy="0"/>
        </a:xfrm>
      </p:grpSpPr>
      <p:sp>
        <p:nvSpPr>
          <p:cNvPr id="50" name="Google Shape;50;p43"/>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3"/>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3" name="Shape 53"/>
        <p:cNvGrpSpPr/>
        <p:nvPr/>
      </p:nvGrpSpPr>
      <p:grpSpPr>
        <a:xfrm>
          <a:off x="0" y="0"/>
          <a:ext cx="0" cy="0"/>
          <a:chOff x="0" y="0"/>
          <a:chExt cx="0" cy="0"/>
        </a:xfrm>
      </p:grpSpPr>
      <p:sp>
        <p:nvSpPr>
          <p:cNvPr id="54" name="Google Shape;54;p44"/>
          <p:cNvSpPr txBox="1"/>
          <p:nvPr>
            <p:ph type="title"/>
          </p:nvPr>
        </p:nvSpPr>
        <p:spPr>
          <a:xfrm>
            <a:off x="256032" y="1143000"/>
            <a:ext cx="2834640" cy="237744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FFFFFF"/>
              </a:buClr>
              <a:buSzPts val="3200"/>
              <a:buFont typeface="Corbel"/>
              <a:buNone/>
              <a:defRPr b="0" sz="3200">
                <a:solidFill>
                  <a:srgbClr val="FFFFFF"/>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5" name="Google Shape;55;p44"/>
          <p:cNvSpPr txBox="1"/>
          <p:nvPr>
            <p:ph idx="1" type="body"/>
          </p:nvPr>
        </p:nvSpPr>
        <p:spPr>
          <a:xfrm>
            <a:off x="3867912" y="868680"/>
            <a:ext cx="7315200" cy="5120640"/>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200"/>
              </a:spcBef>
              <a:spcAft>
                <a:spcPts val="0"/>
              </a:spcAft>
              <a:buClr>
                <a:schemeClr val="accent1"/>
              </a:buClr>
              <a:buSzPts val="2000"/>
              <a:buFont typeface="Noto Sans Symbols"/>
              <a:buChar char="●"/>
              <a:defRPr sz="2000">
                <a:solidFill>
                  <a:srgbClr val="595959"/>
                </a:solidFill>
                <a:latin typeface="Corbel"/>
                <a:ea typeface="Corbel"/>
                <a:cs typeface="Corbel"/>
                <a:sym typeface="Corbel"/>
              </a:defRPr>
            </a:lvl1pPr>
            <a:lvl2pPr indent="-342900" lvl="1" marL="914400" marR="0" rtl="0" algn="l">
              <a:lnSpc>
                <a:spcPct val="90000"/>
              </a:lnSpc>
              <a:spcBef>
                <a:spcPts val="250"/>
              </a:spcBef>
              <a:spcAft>
                <a:spcPts val="0"/>
              </a:spcAft>
              <a:buClr>
                <a:schemeClr val="accent1"/>
              </a:buClr>
              <a:buSzPts val="1800"/>
              <a:buFont typeface="Noto Sans Symbols"/>
              <a:buChar char="●"/>
              <a:defRPr b="0" i="0" sz="1800" u="none" cap="none" strike="noStrike">
                <a:solidFill>
                  <a:srgbClr val="595959"/>
                </a:solidFill>
                <a:latin typeface="Corbel"/>
                <a:ea typeface="Corbel"/>
                <a:cs typeface="Corbel"/>
                <a:sym typeface="Corbel"/>
              </a:defRPr>
            </a:lvl2pPr>
            <a:lvl3pPr indent="-330200" lvl="2" marL="1371600" marR="0" rtl="0" algn="l">
              <a:lnSpc>
                <a:spcPct val="90000"/>
              </a:lnSpc>
              <a:spcBef>
                <a:spcPts val="250"/>
              </a:spcBef>
              <a:spcAft>
                <a:spcPts val="0"/>
              </a:spcAft>
              <a:buClr>
                <a:schemeClr val="accent1"/>
              </a:buClr>
              <a:buSzPts val="1600"/>
              <a:buFont typeface="Noto Sans Symbols"/>
              <a:buChar char="●"/>
              <a:defRPr b="0" i="0" sz="1600" u="none" cap="none" strike="noStrike">
                <a:solidFill>
                  <a:srgbClr val="595959"/>
                </a:solidFill>
                <a:latin typeface="Corbel"/>
                <a:ea typeface="Corbel"/>
                <a:cs typeface="Corbel"/>
                <a:sym typeface="Corbel"/>
              </a:defRPr>
            </a:lvl3pPr>
            <a:lvl4pPr indent="-317500" lvl="3" marL="18288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4pPr>
            <a:lvl5pPr indent="-317500" lvl="4" marL="22860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5pPr>
            <a:lvl6pPr indent="-317500" lvl="5" marL="27432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6pPr>
            <a:lvl7pPr indent="-317500" lvl="6" marL="32004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7pPr>
            <a:lvl8pPr indent="-317500" lvl="7" marL="36576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8pPr>
            <a:lvl9pPr indent="-317500" lvl="8" marL="4114800" marR="0" rtl="0" algn="l">
              <a:lnSpc>
                <a:spcPct val="90000"/>
              </a:lnSpc>
              <a:spcBef>
                <a:spcPts val="250"/>
              </a:spcBef>
              <a:spcAft>
                <a:spcPts val="25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9pPr>
          </a:lstStyle>
          <a:p/>
        </p:txBody>
      </p:sp>
      <p:sp>
        <p:nvSpPr>
          <p:cNvPr id="56" name="Google Shape;56;p44"/>
          <p:cNvSpPr txBox="1"/>
          <p:nvPr>
            <p:ph idx="2" type="body"/>
          </p:nvPr>
        </p:nvSpPr>
        <p:spPr>
          <a:xfrm>
            <a:off x="256032" y="3494176"/>
            <a:ext cx="2834640" cy="232199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1200"/>
              </a:spcBef>
              <a:spcAft>
                <a:spcPts val="0"/>
              </a:spcAft>
              <a:buClr>
                <a:schemeClr val="accent1"/>
              </a:buClr>
              <a:buSzPts val="1400"/>
              <a:buFont typeface="Noto Sans Symbols"/>
              <a:buNone/>
              <a:defRPr sz="1400">
                <a:solidFill>
                  <a:srgbClr val="FFFFFF"/>
                </a:solidFill>
                <a:latin typeface="Corbel"/>
                <a:ea typeface="Corbel"/>
                <a:cs typeface="Corbel"/>
                <a:sym typeface="Corbel"/>
              </a:defRPr>
            </a:lvl1pPr>
            <a:lvl2pPr indent="-228600" lvl="1" marL="914400" marR="0" rtl="0" algn="l">
              <a:lnSpc>
                <a:spcPct val="90000"/>
              </a:lnSpc>
              <a:spcBef>
                <a:spcPts val="250"/>
              </a:spcBef>
              <a:spcAft>
                <a:spcPts val="0"/>
              </a:spcAft>
              <a:buClr>
                <a:schemeClr val="accent1"/>
              </a:buClr>
              <a:buSzPts val="1200"/>
              <a:buFont typeface="Noto Sans Symbols"/>
              <a:buNone/>
              <a:defRPr b="0" i="0" sz="1200" u="none" cap="none" strike="noStrike">
                <a:solidFill>
                  <a:srgbClr val="595959"/>
                </a:solidFill>
                <a:latin typeface="Corbel"/>
                <a:ea typeface="Corbel"/>
                <a:cs typeface="Corbel"/>
                <a:sym typeface="Corbel"/>
              </a:defRPr>
            </a:lvl2pPr>
            <a:lvl3pPr indent="-228600" lvl="2" marL="1371600" marR="0" rtl="0" algn="l">
              <a:lnSpc>
                <a:spcPct val="90000"/>
              </a:lnSpc>
              <a:spcBef>
                <a:spcPts val="250"/>
              </a:spcBef>
              <a:spcAft>
                <a:spcPts val="0"/>
              </a:spcAft>
              <a:buClr>
                <a:schemeClr val="accent1"/>
              </a:buClr>
              <a:buSzPts val="1000"/>
              <a:buFont typeface="Noto Sans Symbols"/>
              <a:buNone/>
              <a:defRPr b="0" i="0" sz="1000" u="none" cap="none" strike="noStrike">
                <a:solidFill>
                  <a:srgbClr val="595959"/>
                </a:solidFill>
                <a:latin typeface="Corbel"/>
                <a:ea typeface="Corbel"/>
                <a:cs typeface="Corbel"/>
                <a:sym typeface="Corbel"/>
              </a:defRPr>
            </a:lvl3pPr>
            <a:lvl4pPr indent="-228600" lvl="3" marL="1828800" marR="0" rtl="0" algn="l">
              <a:lnSpc>
                <a:spcPct val="90000"/>
              </a:lnSpc>
              <a:spcBef>
                <a:spcPts val="250"/>
              </a:spcBef>
              <a:spcAft>
                <a:spcPts val="0"/>
              </a:spcAft>
              <a:buClr>
                <a:schemeClr val="accent1"/>
              </a:buClr>
              <a:buSzPts val="900"/>
              <a:buFont typeface="Noto Sans Symbols"/>
              <a:buNone/>
              <a:defRPr b="0" i="0" sz="900" u="none" cap="none" strike="noStrike">
                <a:solidFill>
                  <a:srgbClr val="595959"/>
                </a:solidFill>
                <a:latin typeface="Corbel"/>
                <a:ea typeface="Corbel"/>
                <a:cs typeface="Corbel"/>
                <a:sym typeface="Corbel"/>
              </a:defRPr>
            </a:lvl4pPr>
            <a:lvl5pPr indent="-228600" lvl="4" marL="2286000" marR="0" rtl="0" algn="l">
              <a:lnSpc>
                <a:spcPct val="90000"/>
              </a:lnSpc>
              <a:spcBef>
                <a:spcPts val="250"/>
              </a:spcBef>
              <a:spcAft>
                <a:spcPts val="0"/>
              </a:spcAft>
              <a:buClr>
                <a:schemeClr val="accent1"/>
              </a:buClr>
              <a:buSzPts val="900"/>
              <a:buFont typeface="Noto Sans Symbols"/>
              <a:buNone/>
              <a:defRPr b="0" i="0" sz="900" u="none" cap="none" strike="noStrike">
                <a:solidFill>
                  <a:srgbClr val="595959"/>
                </a:solidFill>
                <a:latin typeface="Corbel"/>
                <a:ea typeface="Corbel"/>
                <a:cs typeface="Corbel"/>
                <a:sym typeface="Corbel"/>
              </a:defRPr>
            </a:lvl5pPr>
            <a:lvl6pPr indent="-228600" lvl="5" marL="2743200" marR="0" rtl="0" algn="l">
              <a:lnSpc>
                <a:spcPct val="90000"/>
              </a:lnSpc>
              <a:spcBef>
                <a:spcPts val="250"/>
              </a:spcBef>
              <a:spcAft>
                <a:spcPts val="0"/>
              </a:spcAft>
              <a:buClr>
                <a:schemeClr val="accent1"/>
              </a:buClr>
              <a:buSzPts val="900"/>
              <a:buFont typeface="Noto Sans Symbols"/>
              <a:buNone/>
              <a:defRPr b="0" i="0" sz="900" u="none" cap="none" strike="noStrike">
                <a:solidFill>
                  <a:srgbClr val="595959"/>
                </a:solidFill>
                <a:latin typeface="Corbel"/>
                <a:ea typeface="Corbel"/>
                <a:cs typeface="Corbel"/>
                <a:sym typeface="Corbel"/>
              </a:defRPr>
            </a:lvl6pPr>
            <a:lvl7pPr indent="-228600" lvl="6" marL="3200400" marR="0" rtl="0" algn="l">
              <a:lnSpc>
                <a:spcPct val="90000"/>
              </a:lnSpc>
              <a:spcBef>
                <a:spcPts val="250"/>
              </a:spcBef>
              <a:spcAft>
                <a:spcPts val="0"/>
              </a:spcAft>
              <a:buClr>
                <a:schemeClr val="accent1"/>
              </a:buClr>
              <a:buSzPts val="900"/>
              <a:buFont typeface="Noto Sans Symbols"/>
              <a:buNone/>
              <a:defRPr b="0" i="0" sz="900" u="none" cap="none" strike="noStrike">
                <a:solidFill>
                  <a:srgbClr val="595959"/>
                </a:solidFill>
                <a:latin typeface="Corbel"/>
                <a:ea typeface="Corbel"/>
                <a:cs typeface="Corbel"/>
                <a:sym typeface="Corbel"/>
              </a:defRPr>
            </a:lvl7pPr>
            <a:lvl8pPr indent="-228600" lvl="7" marL="3657600" marR="0" rtl="0" algn="l">
              <a:lnSpc>
                <a:spcPct val="90000"/>
              </a:lnSpc>
              <a:spcBef>
                <a:spcPts val="250"/>
              </a:spcBef>
              <a:spcAft>
                <a:spcPts val="0"/>
              </a:spcAft>
              <a:buClr>
                <a:schemeClr val="accent1"/>
              </a:buClr>
              <a:buSzPts val="900"/>
              <a:buFont typeface="Noto Sans Symbols"/>
              <a:buNone/>
              <a:defRPr b="0" i="0" sz="900" u="none" cap="none" strike="noStrike">
                <a:solidFill>
                  <a:srgbClr val="595959"/>
                </a:solidFill>
                <a:latin typeface="Corbel"/>
                <a:ea typeface="Corbel"/>
                <a:cs typeface="Corbel"/>
                <a:sym typeface="Corbel"/>
              </a:defRPr>
            </a:lvl8pPr>
            <a:lvl9pPr indent="-228600" lvl="8" marL="4114800" marR="0" rtl="0" algn="l">
              <a:lnSpc>
                <a:spcPct val="90000"/>
              </a:lnSpc>
              <a:spcBef>
                <a:spcPts val="250"/>
              </a:spcBef>
              <a:spcAft>
                <a:spcPts val="250"/>
              </a:spcAft>
              <a:buClr>
                <a:schemeClr val="accent1"/>
              </a:buClr>
              <a:buSzPts val="900"/>
              <a:buFont typeface="Noto Sans Symbols"/>
              <a:buNone/>
              <a:defRPr b="0" i="0" sz="900" u="none" cap="none" strike="noStrike">
                <a:solidFill>
                  <a:srgbClr val="595959"/>
                </a:solidFill>
                <a:latin typeface="Corbel"/>
                <a:ea typeface="Corbel"/>
                <a:cs typeface="Corbel"/>
                <a:sym typeface="Corbel"/>
              </a:defRPr>
            </a:lvl9pPr>
          </a:lstStyle>
          <a:p/>
        </p:txBody>
      </p:sp>
      <p:sp>
        <p:nvSpPr>
          <p:cNvPr id="57" name="Google Shape;57;p44"/>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4"/>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0" name="Shape 60"/>
        <p:cNvGrpSpPr/>
        <p:nvPr/>
      </p:nvGrpSpPr>
      <p:grpSpPr>
        <a:xfrm>
          <a:off x="0" y="0"/>
          <a:ext cx="0" cy="0"/>
          <a:chOff x="0" y="0"/>
          <a:chExt cx="0" cy="0"/>
        </a:xfrm>
      </p:grpSpPr>
      <p:sp>
        <p:nvSpPr>
          <p:cNvPr id="61" name="Google Shape;61;p45"/>
          <p:cNvSpPr txBox="1"/>
          <p:nvPr>
            <p:ph type="title"/>
          </p:nvPr>
        </p:nvSpPr>
        <p:spPr>
          <a:xfrm>
            <a:off x="256032" y="1143000"/>
            <a:ext cx="2834640" cy="237744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FFFFFF"/>
              </a:buClr>
              <a:buSzPts val="3200"/>
              <a:buFont typeface="Corbel"/>
              <a:buNone/>
              <a:defRPr b="0" sz="3200">
                <a:solidFill>
                  <a:srgbClr val="FFFFFF"/>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45"/>
          <p:cNvSpPr/>
          <p:nvPr>
            <p:ph idx="2" type="pic"/>
          </p:nvPr>
        </p:nvSpPr>
        <p:spPr>
          <a:xfrm>
            <a:off x="3570644" y="767419"/>
            <a:ext cx="8115230" cy="5330952"/>
          </a:xfrm>
          <a:prstGeom prst="rect">
            <a:avLst/>
          </a:prstGeom>
          <a:solidFill>
            <a:srgbClr val="BFBFBF"/>
          </a:solidFill>
          <a:ln>
            <a:noFill/>
          </a:ln>
        </p:spPr>
      </p:sp>
      <p:sp>
        <p:nvSpPr>
          <p:cNvPr id="63" name="Google Shape;63;p45"/>
          <p:cNvSpPr txBox="1"/>
          <p:nvPr>
            <p:ph idx="1" type="body"/>
          </p:nvPr>
        </p:nvSpPr>
        <p:spPr>
          <a:xfrm>
            <a:off x="256032" y="3493008"/>
            <a:ext cx="2834640" cy="2322576"/>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1200"/>
              </a:spcBef>
              <a:spcAft>
                <a:spcPts val="0"/>
              </a:spcAft>
              <a:buClr>
                <a:schemeClr val="accent1"/>
              </a:buClr>
              <a:buSzPts val="1400"/>
              <a:buFont typeface="Noto Sans Symbols"/>
              <a:buNone/>
              <a:defRPr sz="1400">
                <a:solidFill>
                  <a:srgbClr val="FFFFFF"/>
                </a:solidFill>
                <a:latin typeface="Corbel"/>
                <a:ea typeface="Corbel"/>
                <a:cs typeface="Corbel"/>
                <a:sym typeface="Corbel"/>
              </a:defRPr>
            </a:lvl1pPr>
            <a:lvl2pPr indent="-228600" lvl="1" marL="914400" marR="0" rtl="0" algn="l">
              <a:lnSpc>
                <a:spcPct val="90000"/>
              </a:lnSpc>
              <a:spcBef>
                <a:spcPts val="250"/>
              </a:spcBef>
              <a:spcAft>
                <a:spcPts val="0"/>
              </a:spcAft>
              <a:buClr>
                <a:schemeClr val="accent1"/>
              </a:buClr>
              <a:buSzPts val="1200"/>
              <a:buFont typeface="Noto Sans Symbols"/>
              <a:buNone/>
              <a:defRPr b="0" i="0" sz="1200" u="none" cap="none" strike="noStrike">
                <a:solidFill>
                  <a:srgbClr val="595959"/>
                </a:solidFill>
                <a:latin typeface="Corbel"/>
                <a:ea typeface="Corbel"/>
                <a:cs typeface="Corbel"/>
                <a:sym typeface="Corbel"/>
              </a:defRPr>
            </a:lvl2pPr>
            <a:lvl3pPr indent="-228600" lvl="2" marL="1371600" marR="0" rtl="0" algn="l">
              <a:lnSpc>
                <a:spcPct val="90000"/>
              </a:lnSpc>
              <a:spcBef>
                <a:spcPts val="250"/>
              </a:spcBef>
              <a:spcAft>
                <a:spcPts val="0"/>
              </a:spcAft>
              <a:buClr>
                <a:schemeClr val="accent1"/>
              </a:buClr>
              <a:buSzPts val="1000"/>
              <a:buFont typeface="Noto Sans Symbols"/>
              <a:buNone/>
              <a:defRPr b="0" i="0" sz="1000" u="none" cap="none" strike="noStrike">
                <a:solidFill>
                  <a:srgbClr val="595959"/>
                </a:solidFill>
                <a:latin typeface="Corbel"/>
                <a:ea typeface="Corbel"/>
                <a:cs typeface="Corbel"/>
                <a:sym typeface="Corbel"/>
              </a:defRPr>
            </a:lvl3pPr>
            <a:lvl4pPr indent="-228600" lvl="3" marL="1828800" marR="0" rtl="0" algn="l">
              <a:lnSpc>
                <a:spcPct val="90000"/>
              </a:lnSpc>
              <a:spcBef>
                <a:spcPts val="250"/>
              </a:spcBef>
              <a:spcAft>
                <a:spcPts val="0"/>
              </a:spcAft>
              <a:buClr>
                <a:schemeClr val="accent1"/>
              </a:buClr>
              <a:buSzPts val="900"/>
              <a:buFont typeface="Noto Sans Symbols"/>
              <a:buNone/>
              <a:defRPr b="0" i="0" sz="900" u="none" cap="none" strike="noStrike">
                <a:solidFill>
                  <a:srgbClr val="595959"/>
                </a:solidFill>
                <a:latin typeface="Corbel"/>
                <a:ea typeface="Corbel"/>
                <a:cs typeface="Corbel"/>
                <a:sym typeface="Corbel"/>
              </a:defRPr>
            </a:lvl4pPr>
            <a:lvl5pPr indent="-228600" lvl="4" marL="2286000" marR="0" rtl="0" algn="l">
              <a:lnSpc>
                <a:spcPct val="90000"/>
              </a:lnSpc>
              <a:spcBef>
                <a:spcPts val="250"/>
              </a:spcBef>
              <a:spcAft>
                <a:spcPts val="0"/>
              </a:spcAft>
              <a:buClr>
                <a:schemeClr val="accent1"/>
              </a:buClr>
              <a:buSzPts val="900"/>
              <a:buFont typeface="Noto Sans Symbols"/>
              <a:buNone/>
              <a:defRPr b="0" i="0" sz="900" u="none" cap="none" strike="noStrike">
                <a:solidFill>
                  <a:srgbClr val="595959"/>
                </a:solidFill>
                <a:latin typeface="Corbel"/>
                <a:ea typeface="Corbel"/>
                <a:cs typeface="Corbel"/>
                <a:sym typeface="Corbel"/>
              </a:defRPr>
            </a:lvl5pPr>
            <a:lvl6pPr indent="-228600" lvl="5" marL="2743200" marR="0" rtl="0" algn="l">
              <a:lnSpc>
                <a:spcPct val="90000"/>
              </a:lnSpc>
              <a:spcBef>
                <a:spcPts val="250"/>
              </a:spcBef>
              <a:spcAft>
                <a:spcPts val="0"/>
              </a:spcAft>
              <a:buClr>
                <a:schemeClr val="accent1"/>
              </a:buClr>
              <a:buSzPts val="900"/>
              <a:buFont typeface="Noto Sans Symbols"/>
              <a:buNone/>
              <a:defRPr b="0" i="0" sz="900" u="none" cap="none" strike="noStrike">
                <a:solidFill>
                  <a:srgbClr val="595959"/>
                </a:solidFill>
                <a:latin typeface="Corbel"/>
                <a:ea typeface="Corbel"/>
                <a:cs typeface="Corbel"/>
                <a:sym typeface="Corbel"/>
              </a:defRPr>
            </a:lvl6pPr>
            <a:lvl7pPr indent="-228600" lvl="6" marL="3200400" marR="0" rtl="0" algn="l">
              <a:lnSpc>
                <a:spcPct val="90000"/>
              </a:lnSpc>
              <a:spcBef>
                <a:spcPts val="250"/>
              </a:spcBef>
              <a:spcAft>
                <a:spcPts val="0"/>
              </a:spcAft>
              <a:buClr>
                <a:schemeClr val="accent1"/>
              </a:buClr>
              <a:buSzPts val="900"/>
              <a:buFont typeface="Noto Sans Symbols"/>
              <a:buNone/>
              <a:defRPr b="0" i="0" sz="900" u="none" cap="none" strike="noStrike">
                <a:solidFill>
                  <a:srgbClr val="595959"/>
                </a:solidFill>
                <a:latin typeface="Corbel"/>
                <a:ea typeface="Corbel"/>
                <a:cs typeface="Corbel"/>
                <a:sym typeface="Corbel"/>
              </a:defRPr>
            </a:lvl7pPr>
            <a:lvl8pPr indent="-228600" lvl="7" marL="3657600" marR="0" rtl="0" algn="l">
              <a:lnSpc>
                <a:spcPct val="90000"/>
              </a:lnSpc>
              <a:spcBef>
                <a:spcPts val="250"/>
              </a:spcBef>
              <a:spcAft>
                <a:spcPts val="0"/>
              </a:spcAft>
              <a:buClr>
                <a:schemeClr val="accent1"/>
              </a:buClr>
              <a:buSzPts val="900"/>
              <a:buFont typeface="Noto Sans Symbols"/>
              <a:buNone/>
              <a:defRPr b="0" i="0" sz="900" u="none" cap="none" strike="noStrike">
                <a:solidFill>
                  <a:srgbClr val="595959"/>
                </a:solidFill>
                <a:latin typeface="Corbel"/>
                <a:ea typeface="Corbel"/>
                <a:cs typeface="Corbel"/>
                <a:sym typeface="Corbel"/>
              </a:defRPr>
            </a:lvl8pPr>
            <a:lvl9pPr indent="-228600" lvl="8" marL="4114800" marR="0" rtl="0" algn="l">
              <a:lnSpc>
                <a:spcPct val="90000"/>
              </a:lnSpc>
              <a:spcBef>
                <a:spcPts val="250"/>
              </a:spcBef>
              <a:spcAft>
                <a:spcPts val="250"/>
              </a:spcAft>
              <a:buClr>
                <a:schemeClr val="accent1"/>
              </a:buClr>
              <a:buSzPts val="900"/>
              <a:buFont typeface="Noto Sans Symbols"/>
              <a:buNone/>
              <a:defRPr b="0" i="0" sz="900" u="none" cap="none" strike="noStrike">
                <a:solidFill>
                  <a:srgbClr val="595959"/>
                </a:solidFill>
                <a:latin typeface="Corbel"/>
                <a:ea typeface="Corbel"/>
                <a:cs typeface="Corbel"/>
                <a:sym typeface="Corbel"/>
              </a:defRPr>
            </a:lvl9pPr>
          </a:lstStyle>
          <a:p/>
        </p:txBody>
      </p:sp>
      <p:sp>
        <p:nvSpPr>
          <p:cNvPr id="64" name="Google Shape;64;p45"/>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5"/>
          <p:cNvSpPr txBox="1"/>
          <p:nvPr>
            <p:ph idx="11" type="ftr"/>
          </p:nvPr>
        </p:nvSpPr>
        <p:spPr>
          <a:xfrm>
            <a:off x="3499101"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7" name="Shape 67"/>
        <p:cNvGrpSpPr/>
        <p:nvPr/>
      </p:nvGrpSpPr>
      <p:grpSpPr>
        <a:xfrm>
          <a:off x="0" y="0"/>
          <a:ext cx="0" cy="0"/>
          <a:chOff x="0" y="0"/>
          <a:chExt cx="0" cy="0"/>
        </a:xfrm>
      </p:grpSpPr>
      <p:sp>
        <p:nvSpPr>
          <p:cNvPr id="68" name="Google Shape;68;p46"/>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FFFFFF"/>
              </a:buClr>
              <a:buSzPts val="3600"/>
              <a:buFont typeface="Corbel"/>
              <a:buNone/>
              <a:defRPr sz="3600">
                <a:solidFill>
                  <a:srgbClr val="FFFFFF"/>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9" name="Google Shape;69;p46"/>
          <p:cNvSpPr txBox="1"/>
          <p:nvPr>
            <p:ph idx="1" type="body"/>
          </p:nvPr>
        </p:nvSpPr>
        <p:spPr>
          <a:xfrm rot="5400000">
            <a:off x="4966548" y="-233172"/>
            <a:ext cx="5120640" cy="7315200"/>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200"/>
              </a:spcBef>
              <a:spcAft>
                <a:spcPts val="0"/>
              </a:spcAft>
              <a:buClr>
                <a:schemeClr val="accent1"/>
              </a:buClr>
              <a:buSzPts val="2000"/>
              <a:buFont typeface="Noto Sans Symbols"/>
              <a:buChar char="●"/>
              <a:defRPr sz="2000">
                <a:solidFill>
                  <a:srgbClr val="595959"/>
                </a:solidFill>
                <a:latin typeface="Corbel"/>
                <a:ea typeface="Corbel"/>
                <a:cs typeface="Corbel"/>
                <a:sym typeface="Corbel"/>
              </a:defRPr>
            </a:lvl1pPr>
            <a:lvl2pPr indent="-342900" lvl="1" marL="914400" marR="0" rtl="0" algn="l">
              <a:lnSpc>
                <a:spcPct val="90000"/>
              </a:lnSpc>
              <a:spcBef>
                <a:spcPts val="250"/>
              </a:spcBef>
              <a:spcAft>
                <a:spcPts val="0"/>
              </a:spcAft>
              <a:buClr>
                <a:schemeClr val="accent1"/>
              </a:buClr>
              <a:buSzPts val="1800"/>
              <a:buFont typeface="Noto Sans Symbols"/>
              <a:buChar char="●"/>
              <a:defRPr b="0" i="0" sz="1800" u="none" cap="none" strike="noStrike">
                <a:solidFill>
                  <a:srgbClr val="595959"/>
                </a:solidFill>
                <a:latin typeface="Corbel"/>
                <a:ea typeface="Corbel"/>
                <a:cs typeface="Corbel"/>
                <a:sym typeface="Corbel"/>
              </a:defRPr>
            </a:lvl2pPr>
            <a:lvl3pPr indent="-330200" lvl="2" marL="1371600" marR="0" rtl="0" algn="l">
              <a:lnSpc>
                <a:spcPct val="90000"/>
              </a:lnSpc>
              <a:spcBef>
                <a:spcPts val="250"/>
              </a:spcBef>
              <a:spcAft>
                <a:spcPts val="0"/>
              </a:spcAft>
              <a:buClr>
                <a:schemeClr val="accent1"/>
              </a:buClr>
              <a:buSzPts val="1600"/>
              <a:buFont typeface="Noto Sans Symbols"/>
              <a:buChar char="●"/>
              <a:defRPr b="0" i="0" sz="1600" u="none" cap="none" strike="noStrike">
                <a:solidFill>
                  <a:srgbClr val="595959"/>
                </a:solidFill>
                <a:latin typeface="Corbel"/>
                <a:ea typeface="Corbel"/>
                <a:cs typeface="Corbel"/>
                <a:sym typeface="Corbel"/>
              </a:defRPr>
            </a:lvl3pPr>
            <a:lvl4pPr indent="-317500" lvl="3" marL="18288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4pPr>
            <a:lvl5pPr indent="-317500" lvl="4" marL="22860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5pPr>
            <a:lvl6pPr indent="-317500" lvl="5" marL="27432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6pPr>
            <a:lvl7pPr indent="-317500" lvl="6" marL="32004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7pPr>
            <a:lvl8pPr indent="-317500" lvl="7" marL="36576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8pPr>
            <a:lvl9pPr indent="-317500" lvl="8" marL="4114800" marR="0" rtl="0" algn="l">
              <a:lnSpc>
                <a:spcPct val="90000"/>
              </a:lnSpc>
              <a:spcBef>
                <a:spcPts val="250"/>
              </a:spcBef>
              <a:spcAft>
                <a:spcPts val="25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9pPr>
          </a:lstStyle>
          <a:p/>
        </p:txBody>
      </p:sp>
      <p:sp>
        <p:nvSpPr>
          <p:cNvPr id="70" name="Google Shape;70;p46"/>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6"/>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3" name="Shape 73"/>
        <p:cNvGrpSpPr/>
        <p:nvPr/>
      </p:nvGrpSpPr>
      <p:grpSpPr>
        <a:xfrm>
          <a:off x="0" y="0"/>
          <a:ext cx="0" cy="0"/>
          <a:chOff x="0" y="0"/>
          <a:chExt cx="0" cy="0"/>
        </a:xfrm>
      </p:grpSpPr>
      <p:sp>
        <p:nvSpPr>
          <p:cNvPr id="74" name="Google Shape;74;p47"/>
          <p:cNvSpPr txBox="1"/>
          <p:nvPr>
            <p:ph type="title"/>
          </p:nvPr>
        </p:nvSpPr>
        <p:spPr>
          <a:xfrm rot="5400000">
            <a:off x="-685800" y="2057400"/>
            <a:ext cx="4953000" cy="28194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FFFFFF"/>
              </a:buClr>
              <a:buSzPts val="3600"/>
              <a:buFont typeface="Corbel"/>
              <a:buNone/>
              <a:defRPr sz="3600">
                <a:solidFill>
                  <a:srgbClr val="FFFFFF"/>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5" name="Google Shape;75;p47"/>
          <p:cNvSpPr txBox="1"/>
          <p:nvPr>
            <p:ph idx="1" type="body"/>
          </p:nvPr>
        </p:nvSpPr>
        <p:spPr>
          <a:xfrm rot="5400000">
            <a:off x="4965192" y="-228600"/>
            <a:ext cx="5120640" cy="7315200"/>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200"/>
              </a:spcBef>
              <a:spcAft>
                <a:spcPts val="0"/>
              </a:spcAft>
              <a:buClr>
                <a:schemeClr val="accent1"/>
              </a:buClr>
              <a:buSzPts val="2000"/>
              <a:buFont typeface="Noto Sans Symbols"/>
              <a:buChar char="●"/>
              <a:defRPr sz="2000">
                <a:solidFill>
                  <a:srgbClr val="595959"/>
                </a:solidFill>
                <a:latin typeface="Corbel"/>
                <a:ea typeface="Corbel"/>
                <a:cs typeface="Corbel"/>
                <a:sym typeface="Corbel"/>
              </a:defRPr>
            </a:lvl1pPr>
            <a:lvl2pPr indent="-342900" lvl="1" marL="914400" marR="0" rtl="0" algn="l">
              <a:lnSpc>
                <a:spcPct val="90000"/>
              </a:lnSpc>
              <a:spcBef>
                <a:spcPts val="250"/>
              </a:spcBef>
              <a:spcAft>
                <a:spcPts val="0"/>
              </a:spcAft>
              <a:buClr>
                <a:schemeClr val="accent1"/>
              </a:buClr>
              <a:buSzPts val="1800"/>
              <a:buFont typeface="Noto Sans Symbols"/>
              <a:buChar char="●"/>
              <a:defRPr b="0" i="0" sz="1800" u="none" cap="none" strike="noStrike">
                <a:solidFill>
                  <a:srgbClr val="595959"/>
                </a:solidFill>
                <a:latin typeface="Corbel"/>
                <a:ea typeface="Corbel"/>
                <a:cs typeface="Corbel"/>
                <a:sym typeface="Corbel"/>
              </a:defRPr>
            </a:lvl2pPr>
            <a:lvl3pPr indent="-330200" lvl="2" marL="1371600" marR="0" rtl="0" algn="l">
              <a:lnSpc>
                <a:spcPct val="90000"/>
              </a:lnSpc>
              <a:spcBef>
                <a:spcPts val="250"/>
              </a:spcBef>
              <a:spcAft>
                <a:spcPts val="0"/>
              </a:spcAft>
              <a:buClr>
                <a:schemeClr val="accent1"/>
              </a:buClr>
              <a:buSzPts val="1600"/>
              <a:buFont typeface="Noto Sans Symbols"/>
              <a:buChar char="●"/>
              <a:defRPr b="0" i="0" sz="1600" u="none" cap="none" strike="noStrike">
                <a:solidFill>
                  <a:srgbClr val="595959"/>
                </a:solidFill>
                <a:latin typeface="Corbel"/>
                <a:ea typeface="Corbel"/>
                <a:cs typeface="Corbel"/>
                <a:sym typeface="Corbel"/>
              </a:defRPr>
            </a:lvl3pPr>
            <a:lvl4pPr indent="-317500" lvl="3" marL="18288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4pPr>
            <a:lvl5pPr indent="-317500" lvl="4" marL="22860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5pPr>
            <a:lvl6pPr indent="-317500" lvl="5" marL="27432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6pPr>
            <a:lvl7pPr indent="-317500" lvl="6" marL="32004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7pPr>
            <a:lvl8pPr indent="-317500" lvl="7" marL="36576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8pPr>
            <a:lvl9pPr indent="-317500" lvl="8" marL="4114800" marR="0" rtl="0" algn="l">
              <a:lnSpc>
                <a:spcPct val="90000"/>
              </a:lnSpc>
              <a:spcBef>
                <a:spcPts val="250"/>
              </a:spcBef>
              <a:spcAft>
                <a:spcPts val="25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9pPr>
          </a:lstStyle>
          <a:p/>
        </p:txBody>
      </p:sp>
      <p:sp>
        <p:nvSpPr>
          <p:cNvPr id="76" name="Google Shape;76;p47"/>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7"/>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p:nvPr/>
        </p:nvSpPr>
        <p:spPr>
          <a:xfrm>
            <a:off x="11815864" y="758952"/>
            <a:ext cx="384048" cy="5330952"/>
          </a:xfrm>
          <a:prstGeom prst="rect">
            <a:avLst/>
          </a:prstGeom>
          <a:solidFill>
            <a:srgbClr val="C8C8C8">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36"/>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7F7F7F"/>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2" name="Google Shape;12;p36"/>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7F7F7F"/>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3" name="Google Shape;13;p36"/>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200" u="none" cap="none" strike="noStrike">
                <a:solidFill>
                  <a:schemeClr val="accent1"/>
                </a:solidFill>
                <a:latin typeface="Corbel"/>
                <a:ea typeface="Corbel"/>
                <a:cs typeface="Corbel"/>
                <a:sym typeface="Corbel"/>
              </a:defRPr>
            </a:lvl1pPr>
            <a:lvl2pPr indent="0" lvl="1" marL="0" marR="0" rtl="0" algn="r">
              <a:spcBef>
                <a:spcPts val="0"/>
              </a:spcBef>
              <a:buNone/>
              <a:defRPr b="1" i="0" sz="1200" u="none" cap="none" strike="noStrike">
                <a:solidFill>
                  <a:schemeClr val="accent1"/>
                </a:solidFill>
                <a:latin typeface="Corbel"/>
                <a:ea typeface="Corbel"/>
                <a:cs typeface="Corbel"/>
                <a:sym typeface="Corbel"/>
              </a:defRPr>
            </a:lvl2pPr>
            <a:lvl3pPr indent="0" lvl="2" marL="0" marR="0" rtl="0" algn="r">
              <a:spcBef>
                <a:spcPts val="0"/>
              </a:spcBef>
              <a:buNone/>
              <a:defRPr b="1" i="0" sz="1200" u="none" cap="none" strike="noStrike">
                <a:solidFill>
                  <a:schemeClr val="accent1"/>
                </a:solidFill>
                <a:latin typeface="Corbel"/>
                <a:ea typeface="Corbel"/>
                <a:cs typeface="Corbel"/>
                <a:sym typeface="Corbel"/>
              </a:defRPr>
            </a:lvl3pPr>
            <a:lvl4pPr indent="0" lvl="3" marL="0" marR="0" rtl="0" algn="r">
              <a:spcBef>
                <a:spcPts val="0"/>
              </a:spcBef>
              <a:buNone/>
              <a:defRPr b="1" i="0" sz="1200" u="none" cap="none" strike="noStrike">
                <a:solidFill>
                  <a:schemeClr val="accent1"/>
                </a:solidFill>
                <a:latin typeface="Corbel"/>
                <a:ea typeface="Corbel"/>
                <a:cs typeface="Corbel"/>
                <a:sym typeface="Corbel"/>
              </a:defRPr>
            </a:lvl4pPr>
            <a:lvl5pPr indent="0" lvl="4" marL="0" marR="0" rtl="0" algn="r">
              <a:spcBef>
                <a:spcPts val="0"/>
              </a:spcBef>
              <a:buNone/>
              <a:defRPr b="1" i="0" sz="1200" u="none" cap="none" strike="noStrike">
                <a:solidFill>
                  <a:schemeClr val="accent1"/>
                </a:solidFill>
                <a:latin typeface="Corbel"/>
                <a:ea typeface="Corbel"/>
                <a:cs typeface="Corbel"/>
                <a:sym typeface="Corbel"/>
              </a:defRPr>
            </a:lvl5pPr>
            <a:lvl6pPr indent="0" lvl="5" marL="0" marR="0" rtl="0" algn="r">
              <a:spcBef>
                <a:spcPts val="0"/>
              </a:spcBef>
              <a:buNone/>
              <a:defRPr b="1" i="0" sz="1200" u="none" cap="none" strike="noStrike">
                <a:solidFill>
                  <a:schemeClr val="accent1"/>
                </a:solidFill>
                <a:latin typeface="Corbel"/>
                <a:ea typeface="Corbel"/>
                <a:cs typeface="Corbel"/>
                <a:sym typeface="Corbel"/>
              </a:defRPr>
            </a:lvl6pPr>
            <a:lvl7pPr indent="0" lvl="6" marL="0" marR="0" rtl="0" algn="r">
              <a:spcBef>
                <a:spcPts val="0"/>
              </a:spcBef>
              <a:buNone/>
              <a:defRPr b="1" i="0" sz="1200" u="none" cap="none" strike="noStrike">
                <a:solidFill>
                  <a:schemeClr val="accent1"/>
                </a:solidFill>
                <a:latin typeface="Corbel"/>
                <a:ea typeface="Corbel"/>
                <a:cs typeface="Corbel"/>
                <a:sym typeface="Corbel"/>
              </a:defRPr>
            </a:lvl7pPr>
            <a:lvl8pPr indent="0" lvl="7" marL="0" marR="0" rtl="0" algn="r">
              <a:spcBef>
                <a:spcPts val="0"/>
              </a:spcBef>
              <a:buNone/>
              <a:defRPr b="1" i="0" sz="1200" u="none" cap="none" strike="noStrike">
                <a:solidFill>
                  <a:schemeClr val="accent1"/>
                </a:solidFill>
                <a:latin typeface="Corbel"/>
                <a:ea typeface="Corbel"/>
                <a:cs typeface="Corbel"/>
                <a:sym typeface="Corbel"/>
              </a:defRPr>
            </a:lvl8pPr>
            <a:lvl9pPr indent="0" lvl="8" marL="0" marR="0" rtl="0" algn="r">
              <a:spcBef>
                <a:spcPts val="0"/>
              </a:spcBef>
              <a:buNone/>
              <a:defRPr b="1" i="0" sz="1200" u="none" cap="none" strike="noStrike">
                <a:solidFill>
                  <a:schemeClr val="accen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descr="C:\Users\parul\Desktop\temp.png" id="83" name="Google Shape;83;p1"/>
          <p:cNvPicPr preferRelativeResize="0"/>
          <p:nvPr/>
        </p:nvPicPr>
        <p:blipFill rotWithShape="1">
          <a:blip r:embed="rId3">
            <a:alphaModFix/>
          </a:blip>
          <a:srcRect b="0" l="0" r="0" t="0"/>
          <a:stretch/>
        </p:blipFill>
        <p:spPr>
          <a:xfrm>
            <a:off x="0" y="0"/>
            <a:ext cx="12192000" cy="6972581"/>
          </a:xfrm>
          <a:prstGeom prst="rect">
            <a:avLst/>
          </a:prstGeom>
          <a:noFill/>
          <a:ln>
            <a:noFill/>
          </a:ln>
        </p:spPr>
      </p:pic>
      <p:sp>
        <p:nvSpPr>
          <p:cNvPr id="84" name="Google Shape;84;p1"/>
          <p:cNvSpPr/>
          <p:nvPr/>
        </p:nvSpPr>
        <p:spPr>
          <a:xfrm>
            <a:off x="490912" y="1121243"/>
            <a:ext cx="11187953" cy="145527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3500" u="none" cap="none" strike="noStrike">
                <a:solidFill>
                  <a:srgbClr val="000000"/>
                </a:solidFill>
                <a:latin typeface="Calibri"/>
                <a:ea typeface="Calibri"/>
                <a:cs typeface="Calibri"/>
                <a:sym typeface="Calibri"/>
              </a:rPr>
              <a:t>Database Management System (303105203)</a:t>
            </a:r>
            <a:endParaRPr/>
          </a:p>
          <a:p>
            <a:pPr indent="0" lvl="0" marL="0" marR="0" rtl="0" algn="ctr">
              <a:spcBef>
                <a:spcPts val="0"/>
              </a:spcBef>
              <a:spcAft>
                <a:spcPts val="0"/>
              </a:spcAft>
              <a:buNone/>
            </a:pPr>
            <a:r>
              <a:t/>
            </a:r>
            <a:endParaRPr b="1" i="0" sz="2400" u="none" cap="none" strike="noStrike">
              <a:solidFill>
                <a:srgbClr val="000000"/>
              </a:solidFill>
              <a:latin typeface="Calibri"/>
              <a:ea typeface="Calibri"/>
              <a:cs typeface="Calibri"/>
              <a:sym typeface="Calibri"/>
            </a:endParaRPr>
          </a:p>
          <a:p>
            <a:pPr indent="0" lvl="0" marL="0" marR="0" rtl="0" algn="ctr">
              <a:spcBef>
                <a:spcPts val="0"/>
              </a:spcBef>
              <a:spcAft>
                <a:spcPts val="0"/>
              </a:spcAft>
              <a:buNone/>
            </a:pPr>
            <a:r>
              <a:rPr b="1" i="0" lang="en-US" sz="3200" u="none" cap="none" strike="noStrike">
                <a:solidFill>
                  <a:srgbClr val="000000"/>
                </a:solidFill>
                <a:latin typeface="Calibri"/>
                <a:ea typeface="Calibri"/>
                <a:cs typeface="Calibri"/>
                <a:sym typeface="Calibri"/>
              </a:rPr>
              <a:t>Unit – 1: Introduction</a:t>
            </a:r>
            <a:endParaRPr/>
          </a:p>
          <a:p>
            <a:pPr indent="0" lvl="0" marL="0" marR="0" rtl="0" algn="ctr">
              <a:spcBef>
                <a:spcPts val="0"/>
              </a:spcBef>
              <a:spcAft>
                <a:spcPts val="0"/>
              </a:spcAft>
              <a:buNone/>
            </a:pPr>
            <a:r>
              <a:t/>
            </a:r>
            <a:endParaRPr b="0" i="0" sz="1800" u="none" cap="none" strike="noStrike">
              <a:solidFill>
                <a:schemeClr val="dk1"/>
              </a:solidFill>
              <a:latin typeface="Corbel"/>
              <a:ea typeface="Corbel"/>
              <a:cs typeface="Corbel"/>
              <a:sym typeface="Corbel"/>
            </a:endParaRPr>
          </a:p>
        </p:txBody>
      </p:sp>
      <p:sp>
        <p:nvSpPr>
          <p:cNvPr id="85" name="Google Shape;85;p1"/>
          <p:cNvSpPr/>
          <p:nvPr/>
        </p:nvSpPr>
        <p:spPr>
          <a:xfrm>
            <a:off x="905435" y="2854325"/>
            <a:ext cx="10237694" cy="769938"/>
          </a:xfrm>
          <a:prstGeom prst="rect">
            <a:avLst/>
          </a:prstGeom>
          <a:noFill/>
          <a:ln>
            <a:noFill/>
          </a:ln>
        </p:spPr>
        <p:txBody>
          <a:bodyPr anchorCtr="0" anchor="t" bIns="45700" lIns="91425" spcFirstLastPara="1" rIns="91425" wrap="square" tIns="45700">
            <a:noAutofit/>
          </a:bodyPr>
          <a:lstStyle/>
          <a:p>
            <a:pPr indent="457200" lvl="0" marL="3657600" marR="0" rtl="0" algn="l">
              <a:spcBef>
                <a:spcPts val="0"/>
              </a:spcBef>
              <a:spcAft>
                <a:spcPts val="0"/>
              </a:spcAft>
              <a:buNone/>
            </a:pPr>
            <a:r>
              <a:rPr b="1" lang="en-US" sz="2200">
                <a:latin typeface="Calibri"/>
                <a:ea typeface="Calibri"/>
                <a:cs typeface="Calibri"/>
                <a:sym typeface="Calibri"/>
              </a:rPr>
              <a:t>Ruchika Chouhan</a:t>
            </a:r>
            <a:r>
              <a:rPr b="1" i="0" lang="en-US" sz="2200" u="none" cap="none" strike="noStrike">
                <a:solidFill>
                  <a:srgbClr val="000000"/>
                </a:solidFill>
                <a:latin typeface="Calibri"/>
                <a:ea typeface="Calibri"/>
                <a:cs typeface="Calibri"/>
                <a:sym typeface="Calibri"/>
              </a:rPr>
              <a:t>, </a:t>
            </a:r>
            <a:endParaRPr/>
          </a:p>
          <a:p>
            <a:pPr indent="0" lvl="0" marL="0" marR="0" rtl="0" algn="ctr">
              <a:spcBef>
                <a:spcPts val="0"/>
              </a:spcBef>
              <a:spcAft>
                <a:spcPts val="0"/>
              </a:spcAft>
              <a:buNone/>
            </a:pPr>
            <a:r>
              <a:rPr b="0" i="0" lang="en-US" sz="2200" u="none" cap="none" strike="noStrike">
                <a:solidFill>
                  <a:srgbClr val="000000"/>
                </a:solidFill>
                <a:latin typeface="Calibri"/>
                <a:ea typeface="Calibri"/>
                <a:cs typeface="Calibri"/>
                <a:sym typeface="Calibri"/>
              </a:rPr>
              <a:t>Assistant Professor, Computer Science &amp; Engineering</a:t>
            </a:r>
            <a:endParaRPr b="0" i="0" sz="2200" u="none" cap="none" strike="noStrike">
              <a:solidFill>
                <a:srgbClr val="000000"/>
              </a:solidFill>
              <a:latin typeface="Calibri"/>
              <a:ea typeface="Calibri"/>
              <a:cs typeface="Calibri"/>
              <a:sym typeface="Calibri"/>
            </a:endParaRPr>
          </a:p>
        </p:txBody>
      </p:sp>
      <p:pic>
        <p:nvPicPr>
          <p:cNvPr descr="C:\Users\parul\Desktop\Registered Logosd.png" id="86" name="Google Shape;86;p1"/>
          <p:cNvPicPr preferRelativeResize="0"/>
          <p:nvPr/>
        </p:nvPicPr>
        <p:blipFill rotWithShape="1">
          <a:blip r:embed="rId4">
            <a:alphaModFix/>
          </a:blip>
          <a:srcRect b="0" l="0" r="0" t="0"/>
          <a:stretch/>
        </p:blipFill>
        <p:spPr>
          <a:xfrm>
            <a:off x="4905375" y="195265"/>
            <a:ext cx="2381250" cy="628650"/>
          </a:xfrm>
          <a:prstGeom prst="rect">
            <a:avLst/>
          </a:prstGeom>
          <a:noFill/>
          <a:ln>
            <a:noFill/>
          </a:ln>
        </p:spPr>
      </p:pic>
      <p:grpSp>
        <p:nvGrpSpPr>
          <p:cNvPr id="87" name="Google Shape;87;p1"/>
          <p:cNvGrpSpPr/>
          <p:nvPr/>
        </p:nvGrpSpPr>
        <p:grpSpPr>
          <a:xfrm>
            <a:off x="2941639" y="2692401"/>
            <a:ext cx="6308725" cy="93663"/>
            <a:chOff x="1428728" y="2571744"/>
            <a:chExt cx="6309404" cy="94298"/>
          </a:xfrm>
        </p:grpSpPr>
        <p:cxnSp>
          <p:nvCxnSpPr>
            <p:cNvPr id="88" name="Google Shape;88;p1"/>
            <p:cNvCxnSpPr/>
            <p:nvPr/>
          </p:nvCxnSpPr>
          <p:spPr>
            <a:xfrm>
              <a:off x="1428728" y="2618094"/>
              <a:ext cx="6287177" cy="1598"/>
            </a:xfrm>
            <a:prstGeom prst="straightConnector1">
              <a:avLst/>
            </a:prstGeom>
            <a:noFill/>
            <a:ln cap="flat" cmpd="sng" w="9525">
              <a:solidFill>
                <a:srgbClr val="000000"/>
              </a:solidFill>
              <a:prstDash val="solid"/>
              <a:round/>
              <a:headEnd len="sm" w="sm" type="none"/>
              <a:tailEnd len="sm" w="sm" type="none"/>
            </a:ln>
          </p:spPr>
        </p:cxnSp>
        <p:sp>
          <p:nvSpPr>
            <p:cNvPr id="89" name="Google Shape;89;p1"/>
            <p:cNvSpPr/>
            <p:nvPr/>
          </p:nvSpPr>
          <p:spPr>
            <a:xfrm rot="10800000">
              <a:off x="1428728" y="2571744"/>
              <a:ext cx="93672" cy="94298"/>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0" name="Google Shape;90;p1"/>
            <p:cNvSpPr/>
            <p:nvPr/>
          </p:nvSpPr>
          <p:spPr>
            <a:xfrm rot="10800000">
              <a:off x="7644459" y="2571744"/>
              <a:ext cx="93673" cy="94298"/>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nvSpPr>
        <p:spPr>
          <a:xfrm>
            <a:off x="1069848" y="850505"/>
            <a:ext cx="7315200" cy="44794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1"/>
              </a:buClr>
              <a:buSzPts val="7200"/>
              <a:buFont typeface="Noto Sans Symbols"/>
              <a:buNone/>
            </a:pPr>
            <a:r>
              <a:t/>
            </a:r>
            <a:endParaRPr b="1" i="0" sz="7200" u="none" cap="none" strike="noStrike">
              <a:solidFill>
                <a:srgbClr val="D7F0F6"/>
              </a:solidFill>
              <a:latin typeface="Corbel"/>
              <a:ea typeface="Corbel"/>
              <a:cs typeface="Corbel"/>
              <a:sym typeface="Corbel"/>
            </a:endParaRPr>
          </a:p>
        </p:txBody>
      </p:sp>
      <p:sp>
        <p:nvSpPr>
          <p:cNvPr id="96" name="Google Shape;96;p2"/>
          <p:cNvSpPr txBox="1"/>
          <p:nvPr/>
        </p:nvSpPr>
        <p:spPr>
          <a:xfrm>
            <a:off x="2295535" y="2643827"/>
            <a:ext cx="6120306" cy="4648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1"/>
              </a:buClr>
              <a:buSzPts val="2800"/>
              <a:buFont typeface="Noto Sans Symbols"/>
              <a:buNone/>
            </a:pPr>
            <a:r>
              <a:t/>
            </a:r>
            <a:endParaRPr b="1" i="0" sz="2800" u="none" cap="none" strike="noStrike">
              <a:solidFill>
                <a:srgbClr val="7F7F7F"/>
              </a:solidFill>
              <a:latin typeface="Corbel"/>
              <a:ea typeface="Corbel"/>
              <a:cs typeface="Corbel"/>
              <a:sym typeface="Corbel"/>
            </a:endParaRPr>
          </a:p>
        </p:txBody>
      </p:sp>
      <p:sp>
        <p:nvSpPr>
          <p:cNvPr id="97" name="Google Shape;97;p2"/>
          <p:cNvSpPr txBox="1"/>
          <p:nvPr>
            <p:ph idx="1" type="subTitle"/>
          </p:nvPr>
        </p:nvSpPr>
        <p:spPr>
          <a:xfrm>
            <a:off x="1798819" y="1004341"/>
            <a:ext cx="7180289" cy="4580306"/>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SzPct val="100000"/>
              <a:buNone/>
            </a:pPr>
            <a:r>
              <a:rPr b="1" lang="en-US" sz="3600">
                <a:solidFill>
                  <a:schemeClr val="dk1"/>
                </a:solidFill>
                <a:latin typeface="Cambria"/>
                <a:ea typeface="Cambria"/>
                <a:cs typeface="Cambria"/>
                <a:sym typeface="Cambria"/>
              </a:rPr>
              <a:t>Unit 1: Introductory concepts of DBMS</a:t>
            </a:r>
            <a:endParaRPr sz="3600">
              <a:solidFill>
                <a:schemeClr val="dk1"/>
              </a:solidFill>
              <a:latin typeface="Cambria"/>
              <a:ea typeface="Cambria"/>
              <a:cs typeface="Cambria"/>
              <a:sym typeface="Cambria"/>
            </a:endParaRPr>
          </a:p>
          <a:p>
            <a:pPr indent="0" lvl="0" marL="0" rtl="0" algn="l">
              <a:lnSpc>
                <a:spcPct val="90000"/>
              </a:lnSpc>
              <a:spcBef>
                <a:spcPts val="1200"/>
              </a:spcBef>
              <a:spcAft>
                <a:spcPts val="0"/>
              </a:spcAft>
              <a:buSzPct val="100000"/>
              <a:buNone/>
            </a:pPr>
            <a:r>
              <a:rPr lang="en-US" sz="3200">
                <a:solidFill>
                  <a:schemeClr val="dk1"/>
                </a:solidFill>
                <a:latin typeface="Cambria"/>
                <a:ea typeface="Cambria"/>
                <a:cs typeface="Cambria"/>
                <a:sym typeface="Cambria"/>
              </a:rPr>
              <a:t>1)Introduction and applications of DBMS </a:t>
            </a:r>
            <a:endParaRPr/>
          </a:p>
          <a:p>
            <a:pPr indent="0" lvl="0" marL="0" rtl="0" algn="l">
              <a:lnSpc>
                <a:spcPct val="90000"/>
              </a:lnSpc>
              <a:spcBef>
                <a:spcPts val="1200"/>
              </a:spcBef>
              <a:spcAft>
                <a:spcPts val="0"/>
              </a:spcAft>
              <a:buSzPct val="100000"/>
              <a:buNone/>
            </a:pPr>
            <a:r>
              <a:rPr lang="en-US" sz="3200">
                <a:solidFill>
                  <a:schemeClr val="dk1"/>
                </a:solidFill>
                <a:latin typeface="Cambria"/>
                <a:ea typeface="Cambria"/>
                <a:cs typeface="Cambria"/>
                <a:sym typeface="Cambria"/>
              </a:rPr>
              <a:t>2)Purpose of Database </a:t>
            </a:r>
            <a:endParaRPr/>
          </a:p>
          <a:p>
            <a:pPr indent="0" lvl="0" marL="0" rtl="0" algn="l">
              <a:lnSpc>
                <a:spcPct val="90000"/>
              </a:lnSpc>
              <a:spcBef>
                <a:spcPts val="1200"/>
              </a:spcBef>
              <a:spcAft>
                <a:spcPts val="0"/>
              </a:spcAft>
              <a:buSzPct val="100000"/>
              <a:buNone/>
            </a:pPr>
            <a:r>
              <a:rPr lang="en-US" sz="3200">
                <a:solidFill>
                  <a:schemeClr val="dk1"/>
                </a:solidFill>
                <a:latin typeface="Cambria"/>
                <a:ea typeface="Cambria"/>
                <a:cs typeface="Cambria"/>
                <a:sym typeface="Cambria"/>
              </a:rPr>
              <a:t>3)Data Independence</a:t>
            </a:r>
            <a:endParaRPr/>
          </a:p>
          <a:p>
            <a:pPr indent="0" lvl="0" marL="0" rtl="0" algn="l">
              <a:lnSpc>
                <a:spcPct val="90000"/>
              </a:lnSpc>
              <a:spcBef>
                <a:spcPts val="1200"/>
              </a:spcBef>
              <a:spcAft>
                <a:spcPts val="0"/>
              </a:spcAft>
              <a:buSzPct val="100000"/>
              <a:buNone/>
            </a:pPr>
            <a:r>
              <a:rPr lang="en-US" sz="3200">
                <a:solidFill>
                  <a:schemeClr val="dk1"/>
                </a:solidFill>
                <a:latin typeface="Cambria"/>
                <a:ea typeface="Cambria"/>
                <a:cs typeface="Cambria"/>
                <a:sym typeface="Cambria"/>
              </a:rPr>
              <a:t>4)Database System Architecture - Levels Mappings Database</a:t>
            </a:r>
            <a:endParaRPr/>
          </a:p>
          <a:p>
            <a:pPr indent="0" lvl="0" marL="0" rtl="0" algn="l">
              <a:lnSpc>
                <a:spcPct val="90000"/>
              </a:lnSpc>
              <a:spcBef>
                <a:spcPts val="1200"/>
              </a:spcBef>
              <a:spcAft>
                <a:spcPts val="0"/>
              </a:spcAft>
              <a:buSzPct val="100000"/>
              <a:buNone/>
            </a:pPr>
            <a:r>
              <a:rPr lang="en-US" sz="3200">
                <a:solidFill>
                  <a:schemeClr val="dk1"/>
                </a:solidFill>
                <a:latin typeface="Cambria"/>
                <a:ea typeface="Cambria"/>
                <a:cs typeface="Cambria"/>
                <a:sym typeface="Cambria"/>
              </a:rPr>
              <a:t>5)Users </a:t>
            </a:r>
            <a:endParaRPr/>
          </a:p>
          <a:p>
            <a:pPr indent="0" lvl="0" marL="0" rtl="0" algn="l">
              <a:lnSpc>
                <a:spcPct val="90000"/>
              </a:lnSpc>
              <a:spcBef>
                <a:spcPts val="1200"/>
              </a:spcBef>
              <a:spcAft>
                <a:spcPts val="0"/>
              </a:spcAft>
              <a:buSzPct val="100000"/>
              <a:buNone/>
            </a:pPr>
            <a:r>
              <a:rPr lang="en-US" sz="3200">
                <a:solidFill>
                  <a:schemeClr val="dk1"/>
                </a:solidFill>
                <a:latin typeface="Cambria"/>
                <a:ea typeface="Cambria"/>
                <a:cs typeface="Cambria"/>
                <a:sym typeface="Cambria"/>
              </a:rPr>
              <a:t>6)DBA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i="0" lang="en-US" sz="3600" u="none" cap="none" strike="noStrike">
                <a:solidFill>
                  <a:schemeClr val="dk1"/>
                </a:solidFill>
                <a:latin typeface="Cambria"/>
                <a:ea typeface="Cambria"/>
                <a:cs typeface="Cambria"/>
                <a:sym typeface="Cambria"/>
              </a:rPr>
              <a:t>Data &amp; Information</a:t>
            </a:r>
            <a:br>
              <a:rPr b="1" i="0" lang="en-US" sz="3600" u="none" cap="none" strike="noStrike">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103" name="Google Shape;103;p3"/>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Noto Sans Symbols"/>
              <a:buNone/>
            </a:pPr>
            <a:r>
              <a:rPr b="1" i="0" lang="en-US" sz="2400" u="none" cap="none" strike="noStrike">
                <a:solidFill>
                  <a:schemeClr val="dk1"/>
                </a:solidFill>
                <a:latin typeface="Cambria"/>
                <a:ea typeface="Cambria"/>
                <a:cs typeface="Cambria"/>
                <a:sym typeface="Cambria"/>
              </a:rPr>
              <a:t>Data:</a:t>
            </a:r>
            <a:endParaRPr/>
          </a:p>
          <a:p>
            <a:pPr indent="-342900" lvl="0" marL="342900" marR="0" rtl="0" algn="l">
              <a:lnSpc>
                <a:spcPct val="90000"/>
              </a:lnSpc>
              <a:spcBef>
                <a:spcPts val="12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Raw facts which can be manipulated.</a:t>
            </a:r>
            <a:endParaRPr/>
          </a:p>
          <a:p>
            <a:pPr indent="-342900" lvl="0" marL="342900" marR="0" rtl="0" algn="l">
              <a:lnSpc>
                <a:spcPct val="90000"/>
              </a:lnSpc>
              <a:spcBef>
                <a:spcPts val="12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Refers to what is actually stored in the database.</a:t>
            </a:r>
            <a:endParaRPr/>
          </a:p>
          <a:p>
            <a:pPr indent="0" lvl="0" marL="0" marR="0" rtl="0" algn="l">
              <a:lnSpc>
                <a:spcPct val="90000"/>
              </a:lnSpc>
              <a:spcBef>
                <a:spcPts val="1200"/>
              </a:spcBef>
              <a:spcAft>
                <a:spcPts val="0"/>
              </a:spcAft>
              <a:buClr>
                <a:schemeClr val="dk1"/>
              </a:buClr>
              <a:buSzPts val="2400"/>
              <a:buFont typeface="Noto Sans Symbols"/>
              <a:buNone/>
            </a:pPr>
            <a:r>
              <a:rPr b="1" i="0" lang="en-US" sz="2400" u="none" cap="none" strike="noStrike">
                <a:solidFill>
                  <a:schemeClr val="dk1"/>
                </a:solidFill>
                <a:latin typeface="Cambria"/>
                <a:ea typeface="Cambria"/>
                <a:cs typeface="Cambria"/>
                <a:sym typeface="Cambria"/>
              </a:rPr>
              <a:t>Information:</a:t>
            </a:r>
            <a:endParaRPr/>
          </a:p>
          <a:p>
            <a:pPr indent="-342900" lvl="0" marL="342900" marR="0" rtl="0" algn="l">
              <a:lnSpc>
                <a:spcPct val="90000"/>
              </a:lnSpc>
              <a:spcBef>
                <a:spcPts val="12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Manipulation of data.</a:t>
            </a:r>
            <a:endParaRPr/>
          </a:p>
          <a:p>
            <a:pPr indent="-342900" lvl="0" marL="342900" marR="0" rtl="0" algn="l">
              <a:lnSpc>
                <a:spcPct val="90000"/>
              </a:lnSpc>
              <a:spcBef>
                <a:spcPts val="12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Summarization of data in a presentable form.</a:t>
            </a:r>
            <a:endParaRPr/>
          </a:p>
          <a:p>
            <a:pPr indent="-342900" lvl="0" marL="342900" marR="0" rtl="0" algn="l">
              <a:lnSpc>
                <a:spcPct val="90000"/>
              </a:lnSpc>
              <a:spcBef>
                <a:spcPts val="12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Meaning</a:t>
            </a:r>
            <a:r>
              <a:rPr b="0" i="1" lang="en-US" sz="2400" u="none" cap="none" strike="noStrike">
                <a:solidFill>
                  <a:schemeClr val="dk1"/>
                </a:solidFill>
                <a:latin typeface="Cambria"/>
                <a:ea typeface="Cambria"/>
                <a:cs typeface="Cambria"/>
                <a:sym typeface="Cambria"/>
              </a:rPr>
              <a:t> </a:t>
            </a:r>
            <a:r>
              <a:rPr b="0" i="0" lang="en-US" sz="2400" u="none" cap="none" strike="noStrike">
                <a:solidFill>
                  <a:schemeClr val="dk1"/>
                </a:solidFill>
                <a:latin typeface="Cambria"/>
                <a:ea typeface="Cambria"/>
                <a:cs typeface="Cambria"/>
                <a:sym typeface="Cambria"/>
              </a:rPr>
              <a:t>of the data as understood by some users.</a:t>
            </a:r>
            <a:endParaRPr/>
          </a:p>
          <a:p>
            <a:pPr indent="-342900" lvl="0" marL="342900" marR="0" rtl="0" algn="l">
              <a:lnSpc>
                <a:spcPct val="90000"/>
              </a:lnSpc>
              <a:spcBef>
                <a:spcPts val="12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Data comprises of raw facts, which become information when processed </a:t>
            </a:r>
            <a:endParaRPr/>
          </a:p>
          <a:p>
            <a:pPr indent="-342900" lvl="0" marL="342900" marR="0" rtl="0" algn="l">
              <a:lnSpc>
                <a:spcPct val="90000"/>
              </a:lnSpc>
              <a:spcBef>
                <a:spcPts val="12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Information conveys some meaning to people</a:t>
            </a:r>
            <a:endParaRPr b="0" i="0" sz="2400" u="none" cap="none" strike="noStrike">
              <a:solidFill>
                <a:schemeClr val="dk1"/>
              </a:solidFill>
              <a:latin typeface="Cambria"/>
              <a:ea typeface="Cambria"/>
              <a:cs typeface="Cambria"/>
              <a:sym typeface="Cambria"/>
            </a:endParaRPr>
          </a:p>
          <a:p>
            <a:pPr indent="-55879" lvl="0" marL="182880" marR="0" rtl="0" algn="l">
              <a:lnSpc>
                <a:spcPct val="90000"/>
              </a:lnSpc>
              <a:spcBef>
                <a:spcPts val="120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Database</a:t>
            </a:r>
            <a:br>
              <a:rPr b="1" lang="en-US" sz="36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109" name="Google Shape;109;p4"/>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182880" lvl="0" marL="182880" marR="0" rtl="0" algn="l">
              <a:lnSpc>
                <a:spcPct val="90000"/>
              </a:lnSpc>
              <a:spcBef>
                <a:spcPts val="0"/>
              </a:spcBef>
              <a:spcAft>
                <a:spcPts val="0"/>
              </a:spcAft>
              <a:buClr>
                <a:schemeClr val="dk1"/>
              </a:buClr>
              <a:buSzPts val="2400"/>
              <a:buFont typeface="Noto Sans Symbols"/>
              <a:buChar char="●"/>
            </a:pPr>
            <a:r>
              <a:rPr lang="en-US" sz="2400">
                <a:solidFill>
                  <a:schemeClr val="dk1"/>
                </a:solidFill>
                <a:latin typeface="Cambria"/>
                <a:ea typeface="Cambria"/>
                <a:cs typeface="Cambria"/>
                <a:sym typeface="Cambria"/>
              </a:rPr>
              <a:t>Organized collection of inter related facts.</a:t>
            </a:r>
            <a:endParaRPr/>
          </a:p>
          <a:p>
            <a:pPr indent="-182880" lvl="0" marL="182880" marR="0" rtl="0" algn="l">
              <a:lnSpc>
                <a:spcPct val="90000"/>
              </a:lnSpc>
              <a:spcBef>
                <a:spcPts val="1200"/>
              </a:spcBef>
              <a:spcAft>
                <a:spcPts val="0"/>
              </a:spcAft>
              <a:buClr>
                <a:schemeClr val="dk1"/>
              </a:buClr>
              <a:buSzPts val="2400"/>
              <a:buFont typeface="Noto Sans Symbols"/>
              <a:buChar char="●"/>
            </a:pPr>
            <a:r>
              <a:rPr lang="en-US" sz="2400">
                <a:solidFill>
                  <a:schemeClr val="dk1"/>
                </a:solidFill>
                <a:latin typeface="Cambria"/>
                <a:ea typeface="Cambria"/>
                <a:cs typeface="Cambria"/>
                <a:sym typeface="Cambria"/>
              </a:rPr>
              <a:t>Collection of “</a:t>
            </a:r>
            <a:r>
              <a:rPr b="1" i="1" lang="en-US" sz="2400">
                <a:solidFill>
                  <a:schemeClr val="dk1"/>
                </a:solidFill>
                <a:latin typeface="Cambria"/>
                <a:ea typeface="Cambria"/>
                <a:cs typeface="Cambria"/>
                <a:sym typeface="Cambria"/>
              </a:rPr>
              <a:t>persistent</a:t>
            </a:r>
            <a:r>
              <a:rPr lang="en-US" sz="2400">
                <a:solidFill>
                  <a:schemeClr val="dk1"/>
                </a:solidFill>
                <a:latin typeface="Cambria"/>
                <a:ea typeface="Cambria"/>
                <a:cs typeface="Cambria"/>
                <a:sym typeface="Cambria"/>
              </a:rPr>
              <a:t>” data.</a:t>
            </a:r>
            <a:endParaRPr/>
          </a:p>
          <a:p>
            <a:pPr indent="-182880" lvl="0" marL="182880" marR="0" rtl="0" algn="l">
              <a:lnSpc>
                <a:spcPct val="90000"/>
              </a:lnSpc>
              <a:spcBef>
                <a:spcPts val="1200"/>
              </a:spcBef>
              <a:spcAft>
                <a:spcPts val="0"/>
              </a:spcAft>
              <a:buClr>
                <a:schemeClr val="dk1"/>
              </a:buClr>
              <a:buSzPts val="2400"/>
              <a:buFont typeface="Noto Sans Symbols"/>
              <a:buChar char="●"/>
            </a:pPr>
            <a:r>
              <a:rPr lang="en-US" sz="2400">
                <a:solidFill>
                  <a:schemeClr val="dk1"/>
                </a:solidFill>
                <a:latin typeface="Cambria"/>
                <a:ea typeface="Cambria"/>
                <a:cs typeface="Cambria"/>
                <a:sym typeface="Cambria"/>
              </a:rPr>
              <a:t>Collection of Information arranged and presented to serve an assigned purpose.</a:t>
            </a:r>
            <a:endParaRPr/>
          </a:p>
          <a:p>
            <a:pPr indent="-182880" lvl="1" marL="685800" marR="0" rtl="0" algn="just">
              <a:lnSpc>
                <a:spcPct val="90000"/>
              </a:lnSpc>
              <a:spcBef>
                <a:spcPts val="250"/>
              </a:spcBef>
              <a:spcAft>
                <a:spcPts val="0"/>
              </a:spcAft>
              <a:buClr>
                <a:schemeClr val="dk1"/>
              </a:buClr>
              <a:buSzPts val="2400"/>
              <a:buFont typeface="Noto Sans Symbols"/>
              <a:buChar char="●"/>
            </a:pPr>
            <a:r>
              <a:rPr b="0" i="0" lang="en-US" sz="2400" u="none" cap="none" strike="noStrike">
                <a:solidFill>
                  <a:schemeClr val="dk1"/>
                </a:solidFill>
                <a:latin typeface="Cambria"/>
                <a:ea typeface="Cambria"/>
                <a:cs typeface="Cambria"/>
                <a:sym typeface="Cambria"/>
              </a:rPr>
              <a:t>Definition (C.J. Date):</a:t>
            </a:r>
            <a:endParaRPr/>
          </a:p>
          <a:p>
            <a:pPr indent="-182880" lvl="1" marL="685800" marR="0" rtl="0" algn="just">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mbria"/>
                <a:ea typeface="Cambria"/>
                <a:cs typeface="Cambria"/>
                <a:sym typeface="Cambria"/>
              </a:rPr>
              <a:t>A Database is a collection of persistent data that is used by the application systems of some given enterprise.</a:t>
            </a:r>
            <a:endParaRPr/>
          </a:p>
          <a:p>
            <a:pPr indent="-182880" lvl="1" marL="685800" marR="0" rtl="0" algn="just">
              <a:lnSpc>
                <a:spcPct val="90000"/>
              </a:lnSpc>
              <a:spcBef>
                <a:spcPts val="500"/>
              </a:spcBef>
              <a:spcAft>
                <a:spcPts val="0"/>
              </a:spcAft>
              <a:buClr>
                <a:schemeClr val="dk1"/>
              </a:buClr>
              <a:buSzPts val="2400"/>
              <a:buFont typeface="Noto Sans Symbols"/>
              <a:buChar char="●"/>
            </a:pPr>
            <a:r>
              <a:rPr b="0" i="0" lang="en-US" sz="2400" u="none" cap="none" strike="noStrike">
                <a:solidFill>
                  <a:schemeClr val="dk1"/>
                </a:solidFill>
                <a:latin typeface="Cambria"/>
                <a:ea typeface="Cambria"/>
                <a:cs typeface="Cambria"/>
                <a:sym typeface="Cambria"/>
              </a:rPr>
              <a:t>Ex: Dictionary</a:t>
            </a:r>
            <a:endParaRPr b="0" i="0" sz="2400" u="none" cap="none" strike="noStrike">
              <a:solidFill>
                <a:schemeClr val="dk1"/>
              </a:solidFill>
              <a:latin typeface="Cambria"/>
              <a:ea typeface="Cambria"/>
              <a:cs typeface="Cambria"/>
              <a:sym typeface="Cambria"/>
            </a:endParaRPr>
          </a:p>
          <a:p>
            <a:pPr indent="-55879" lvl="0" marL="182880" marR="0" rtl="0" algn="l">
              <a:lnSpc>
                <a:spcPct val="90000"/>
              </a:lnSpc>
              <a:spcBef>
                <a:spcPts val="145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What is Database Management System (DBMS)?</a:t>
            </a:r>
            <a:endParaRPr b="1" sz="3600">
              <a:solidFill>
                <a:schemeClr val="dk1"/>
              </a:solidFill>
              <a:latin typeface="Cambria"/>
              <a:ea typeface="Cambria"/>
              <a:cs typeface="Cambria"/>
              <a:sym typeface="Cambria"/>
            </a:endParaRPr>
          </a:p>
        </p:txBody>
      </p:sp>
      <p:sp>
        <p:nvSpPr>
          <p:cNvPr id="115" name="Google Shape;115;p5"/>
          <p:cNvSpPr txBox="1"/>
          <p:nvPr>
            <p:ph idx="1" type="body"/>
          </p:nvPr>
        </p:nvSpPr>
        <p:spPr>
          <a:xfrm>
            <a:off x="3643313" y="757428"/>
            <a:ext cx="8072437" cy="5334000"/>
          </a:xfrm>
          <a:prstGeom prst="rect">
            <a:avLst/>
          </a:prstGeom>
          <a:noFill/>
          <a:ln>
            <a:noFill/>
          </a:ln>
        </p:spPr>
        <p:txBody>
          <a:bodyPr anchorCtr="0" anchor="t" bIns="45700" lIns="91425" spcFirstLastPara="1" rIns="91425" wrap="square" tIns="45700">
            <a:noAutofit/>
          </a:bodyPr>
          <a:lstStyle/>
          <a:p>
            <a:pPr indent="-182880" lvl="0" marL="182880" marR="0" rtl="0" algn="just">
              <a:lnSpc>
                <a:spcPct val="90000"/>
              </a:lnSpc>
              <a:spcBef>
                <a:spcPts val="0"/>
              </a:spcBef>
              <a:spcAft>
                <a:spcPts val="0"/>
              </a:spcAft>
              <a:buClr>
                <a:schemeClr val="dk1"/>
              </a:buClr>
              <a:buSzPts val="2200"/>
              <a:buFont typeface="Arial"/>
              <a:buChar char="•"/>
            </a:pPr>
            <a:r>
              <a:rPr lang="en-US" sz="2200">
                <a:solidFill>
                  <a:schemeClr val="dk1"/>
                </a:solidFill>
                <a:latin typeface="Cambria"/>
                <a:ea typeface="Cambria"/>
                <a:cs typeface="Cambria"/>
                <a:sym typeface="Cambria"/>
              </a:rPr>
              <a:t>Data - Fact that can be recorded or stored</a:t>
            </a:r>
            <a:endParaRPr/>
          </a:p>
          <a:p>
            <a:pPr indent="-182880" lvl="1" marL="685800" marR="0" rtl="0" algn="just">
              <a:lnSpc>
                <a:spcPct val="90000"/>
              </a:lnSpc>
              <a:spcBef>
                <a:spcPts val="250"/>
              </a:spcBef>
              <a:spcAft>
                <a:spcPts val="0"/>
              </a:spcAft>
              <a:buClr>
                <a:schemeClr val="dk1"/>
              </a:buClr>
              <a:buSzPts val="2200"/>
              <a:buFont typeface="Arial"/>
              <a:buChar char="•"/>
            </a:pPr>
            <a:r>
              <a:rPr b="0" i="0" lang="en-US" sz="2200" u="none" cap="none" strike="noStrike">
                <a:solidFill>
                  <a:schemeClr val="dk1"/>
                </a:solidFill>
                <a:latin typeface="Cambria"/>
                <a:ea typeface="Cambria"/>
                <a:cs typeface="Cambria"/>
                <a:sym typeface="Cambria"/>
              </a:rPr>
              <a:t>e.g. Person Name, Age, Gender and Weight etc.</a:t>
            </a:r>
            <a:endParaRPr/>
          </a:p>
          <a:p>
            <a:pPr indent="-182880" lvl="0" marL="182880" marR="0" rtl="0" algn="just">
              <a:lnSpc>
                <a:spcPct val="90000"/>
              </a:lnSpc>
              <a:spcBef>
                <a:spcPts val="1450"/>
              </a:spcBef>
              <a:spcAft>
                <a:spcPts val="0"/>
              </a:spcAft>
              <a:buClr>
                <a:schemeClr val="dk1"/>
              </a:buClr>
              <a:buSzPts val="2200"/>
              <a:buFont typeface="Arial"/>
              <a:buChar char="•"/>
            </a:pPr>
            <a:r>
              <a:rPr lang="en-US" sz="2200">
                <a:solidFill>
                  <a:schemeClr val="dk1"/>
                </a:solidFill>
                <a:latin typeface="Cambria"/>
                <a:ea typeface="Cambria"/>
                <a:cs typeface="Cambria"/>
                <a:sym typeface="Cambria"/>
              </a:rPr>
              <a:t>Database - Collection of logically related data</a:t>
            </a:r>
            <a:endParaRPr/>
          </a:p>
          <a:p>
            <a:pPr indent="-182880" lvl="1" marL="685800" marR="0" rtl="0" algn="just">
              <a:lnSpc>
                <a:spcPct val="90000"/>
              </a:lnSpc>
              <a:spcBef>
                <a:spcPts val="250"/>
              </a:spcBef>
              <a:spcAft>
                <a:spcPts val="0"/>
              </a:spcAft>
              <a:buClr>
                <a:schemeClr val="dk1"/>
              </a:buClr>
              <a:buSzPts val="2200"/>
              <a:buFont typeface="Arial"/>
              <a:buChar char="•"/>
            </a:pPr>
            <a:r>
              <a:rPr b="0" i="0" lang="en-US" sz="2200" u="none" cap="none" strike="noStrike">
                <a:solidFill>
                  <a:schemeClr val="dk1"/>
                </a:solidFill>
                <a:latin typeface="Cambria"/>
                <a:ea typeface="Cambria"/>
                <a:cs typeface="Cambria"/>
                <a:sym typeface="Cambria"/>
              </a:rPr>
              <a:t>e.g. Books Database in Library, Student Database in University etc.</a:t>
            </a:r>
            <a:endParaRPr/>
          </a:p>
          <a:p>
            <a:pPr indent="-182880" lvl="0" marL="182880" marR="0" rtl="0" algn="just">
              <a:lnSpc>
                <a:spcPct val="90000"/>
              </a:lnSpc>
              <a:spcBef>
                <a:spcPts val="1450"/>
              </a:spcBef>
              <a:spcAft>
                <a:spcPts val="0"/>
              </a:spcAft>
              <a:buClr>
                <a:schemeClr val="dk1"/>
              </a:buClr>
              <a:buSzPts val="2200"/>
              <a:buFont typeface="Arial"/>
              <a:buChar char="•"/>
            </a:pPr>
            <a:r>
              <a:rPr lang="en-US" sz="2200">
                <a:solidFill>
                  <a:schemeClr val="dk1"/>
                </a:solidFill>
                <a:latin typeface="Cambria"/>
                <a:ea typeface="Cambria"/>
                <a:cs typeface="Cambria"/>
                <a:sym typeface="Cambria"/>
              </a:rPr>
              <a:t>Management - Manipulation, Searching and Security of data</a:t>
            </a:r>
            <a:endParaRPr/>
          </a:p>
          <a:p>
            <a:pPr indent="-182880" lvl="1" marL="685800" marR="0" rtl="0" algn="just">
              <a:lnSpc>
                <a:spcPct val="90000"/>
              </a:lnSpc>
              <a:spcBef>
                <a:spcPts val="250"/>
              </a:spcBef>
              <a:spcAft>
                <a:spcPts val="0"/>
              </a:spcAft>
              <a:buClr>
                <a:schemeClr val="dk1"/>
              </a:buClr>
              <a:buSzPts val="2200"/>
              <a:buFont typeface="Arial"/>
              <a:buChar char="•"/>
            </a:pPr>
            <a:r>
              <a:rPr b="0" i="0" lang="en-US" sz="2200" u="none" cap="none" strike="noStrike">
                <a:solidFill>
                  <a:schemeClr val="dk1"/>
                </a:solidFill>
                <a:latin typeface="Cambria"/>
                <a:ea typeface="Cambria"/>
                <a:cs typeface="Cambria"/>
                <a:sym typeface="Cambria"/>
              </a:rPr>
              <a:t>e.g. Viewing result in GTU website, Searching exam papers in GTU website</a:t>
            </a:r>
            <a:endParaRPr/>
          </a:p>
          <a:p>
            <a:pPr indent="-182880" lvl="0" marL="182880" marR="0" rtl="0" algn="just">
              <a:lnSpc>
                <a:spcPct val="90000"/>
              </a:lnSpc>
              <a:spcBef>
                <a:spcPts val="1450"/>
              </a:spcBef>
              <a:spcAft>
                <a:spcPts val="0"/>
              </a:spcAft>
              <a:buClr>
                <a:schemeClr val="dk1"/>
              </a:buClr>
              <a:buSzPts val="2200"/>
              <a:buFont typeface="Arial"/>
              <a:buChar char="•"/>
            </a:pPr>
            <a:r>
              <a:rPr lang="en-US" sz="2200">
                <a:solidFill>
                  <a:schemeClr val="dk1"/>
                </a:solidFill>
                <a:latin typeface="Cambria"/>
                <a:ea typeface="Cambria"/>
                <a:cs typeface="Cambria"/>
                <a:sym typeface="Cambria"/>
              </a:rPr>
              <a:t>System - Programs or tools used to manage database</a:t>
            </a:r>
            <a:endParaRPr/>
          </a:p>
          <a:p>
            <a:pPr indent="-182880" lvl="1" marL="685800" marR="0" rtl="0" algn="just">
              <a:lnSpc>
                <a:spcPct val="90000"/>
              </a:lnSpc>
              <a:spcBef>
                <a:spcPts val="250"/>
              </a:spcBef>
              <a:spcAft>
                <a:spcPts val="0"/>
              </a:spcAft>
              <a:buClr>
                <a:schemeClr val="dk1"/>
              </a:buClr>
              <a:buSzPts val="2200"/>
              <a:buFont typeface="Arial"/>
              <a:buChar char="•"/>
            </a:pPr>
            <a:r>
              <a:rPr b="0" i="0" lang="en-US" sz="2200" u="none" cap="none" strike="noStrike">
                <a:solidFill>
                  <a:schemeClr val="dk1"/>
                </a:solidFill>
                <a:latin typeface="Cambria"/>
                <a:ea typeface="Cambria"/>
                <a:cs typeface="Cambria"/>
                <a:sym typeface="Cambria"/>
              </a:rPr>
              <a:t>e.g. SQL Server Studio Express, Oracle 11g</a:t>
            </a:r>
            <a:endParaRPr/>
          </a:p>
          <a:p>
            <a:pPr indent="-182880" lvl="0" marL="182880" marR="0" rtl="0" algn="just">
              <a:lnSpc>
                <a:spcPct val="90000"/>
              </a:lnSpc>
              <a:spcBef>
                <a:spcPts val="1450"/>
              </a:spcBef>
              <a:spcAft>
                <a:spcPts val="0"/>
              </a:spcAft>
              <a:buClr>
                <a:schemeClr val="dk1"/>
              </a:buClr>
              <a:buSzPts val="2200"/>
              <a:buFont typeface="Arial"/>
              <a:buChar char="•"/>
            </a:pPr>
            <a:r>
              <a:rPr lang="en-US" sz="2200">
                <a:solidFill>
                  <a:schemeClr val="dk1"/>
                </a:solidFill>
                <a:latin typeface="Cambria"/>
                <a:ea typeface="Cambria"/>
                <a:cs typeface="Cambria"/>
                <a:sym typeface="Cambria"/>
              </a:rPr>
              <a:t>DBMS - A Database Management System is a software for creating and managing databases. It provides a systematic way to create, retrieve, update and manage data.</a:t>
            </a:r>
            <a:endParaRPr/>
          </a:p>
          <a:p>
            <a:pPr indent="-182880" lvl="1" marL="685800" marR="0" rtl="0" algn="just">
              <a:lnSpc>
                <a:spcPct val="90000"/>
              </a:lnSpc>
              <a:spcBef>
                <a:spcPts val="250"/>
              </a:spcBef>
              <a:spcAft>
                <a:spcPts val="0"/>
              </a:spcAft>
              <a:buClr>
                <a:schemeClr val="dk1"/>
              </a:buClr>
              <a:buSzPts val="2200"/>
              <a:buFont typeface="Arial"/>
              <a:buChar char="•"/>
            </a:pPr>
            <a:r>
              <a:rPr b="0" i="0" lang="en-US" sz="2200" u="none" cap="none" strike="noStrike">
                <a:solidFill>
                  <a:schemeClr val="dk1"/>
                </a:solidFill>
                <a:latin typeface="Cambria"/>
                <a:ea typeface="Cambria"/>
                <a:cs typeface="Cambria"/>
                <a:sym typeface="Cambria"/>
              </a:rPr>
              <a:t>e.g. MS SQL Server 2014, Oracle 11g, My SQL, MS Access, dBase etc.</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Applications</a:t>
            </a:r>
            <a:br>
              <a:rPr b="1" lang="en-US" sz="36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121" name="Google Shape;121;p6"/>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2400"/>
              <a:buFont typeface="Noto Sans Symbols"/>
              <a:buNone/>
            </a:pPr>
            <a:r>
              <a:rPr lang="en-US" sz="2400">
                <a:solidFill>
                  <a:schemeClr val="dk1"/>
                </a:solidFill>
                <a:latin typeface="Cambria"/>
                <a:ea typeface="Cambria"/>
                <a:cs typeface="Cambria"/>
                <a:sym typeface="Cambria"/>
              </a:rPr>
              <a:t>The following are examples of database applications:</a:t>
            </a:r>
            <a:endParaRPr/>
          </a:p>
          <a:p>
            <a:pPr indent="-457200" lvl="0" marL="457200" marR="0" rtl="0" algn="just">
              <a:lnSpc>
                <a:spcPct val="90000"/>
              </a:lnSpc>
              <a:spcBef>
                <a:spcPts val="12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Computerized Library Systems</a:t>
            </a:r>
            <a:endParaRPr/>
          </a:p>
          <a:p>
            <a:pPr indent="-457200" lvl="0" marL="457200" marR="0" rtl="0" algn="just">
              <a:lnSpc>
                <a:spcPct val="90000"/>
              </a:lnSpc>
              <a:spcBef>
                <a:spcPts val="12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Automated Teller Machines</a:t>
            </a:r>
            <a:endParaRPr/>
          </a:p>
          <a:p>
            <a:pPr indent="-457200" lvl="0" marL="457200" marR="0" rtl="0" algn="just">
              <a:lnSpc>
                <a:spcPct val="90000"/>
              </a:lnSpc>
              <a:spcBef>
                <a:spcPts val="12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Flight Reservation Systems</a:t>
            </a:r>
            <a:endParaRPr/>
          </a:p>
          <a:p>
            <a:pPr indent="-457200" lvl="0" marL="457200" marR="0" rtl="0" algn="just">
              <a:lnSpc>
                <a:spcPct val="90000"/>
              </a:lnSpc>
              <a:spcBef>
                <a:spcPts val="12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Computerized parts inventory systems</a:t>
            </a:r>
            <a:endParaRPr/>
          </a:p>
          <a:p>
            <a:pPr indent="-457200" lvl="0" marL="457200" marR="0" rtl="0" algn="just">
              <a:lnSpc>
                <a:spcPct val="90000"/>
              </a:lnSpc>
              <a:spcBef>
                <a:spcPts val="12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Enterprise Resource Management (ERP) systems</a:t>
            </a:r>
            <a:endParaRPr/>
          </a:p>
          <a:p>
            <a:pPr indent="-457200" lvl="0" marL="457200" marR="0" rtl="0" algn="just">
              <a:lnSpc>
                <a:spcPct val="90000"/>
              </a:lnSpc>
              <a:spcBef>
                <a:spcPts val="12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Online Banking systems</a:t>
            </a:r>
            <a:endParaRPr/>
          </a:p>
          <a:p>
            <a:pPr indent="0" lvl="0" marL="0" marR="0" rtl="0" algn="l">
              <a:lnSpc>
                <a:spcPct val="90000"/>
              </a:lnSpc>
              <a:spcBef>
                <a:spcPts val="1200"/>
              </a:spcBef>
              <a:spcAft>
                <a:spcPts val="0"/>
              </a:spcAft>
              <a:buClr>
                <a:schemeClr val="dk1"/>
              </a:buClr>
              <a:buSzPts val="2400"/>
              <a:buFont typeface="Noto Sans Symbols"/>
              <a:buNone/>
            </a:pPr>
            <a:r>
              <a:t/>
            </a:r>
            <a:endParaRPr sz="2400">
              <a:solidFill>
                <a:schemeClr val="dk1"/>
              </a:solidFill>
              <a:latin typeface="Cambria"/>
              <a:ea typeface="Cambria"/>
              <a:cs typeface="Cambria"/>
              <a:sym typeface="Cambria"/>
            </a:endParaRPr>
          </a:p>
          <a:p>
            <a:pPr indent="0" lvl="0" marL="0" marR="0" rtl="0" algn="l">
              <a:lnSpc>
                <a:spcPct val="90000"/>
              </a:lnSpc>
              <a:spcBef>
                <a:spcPts val="1200"/>
              </a:spcBef>
              <a:spcAft>
                <a:spcPts val="0"/>
              </a:spcAft>
              <a:buClr>
                <a:schemeClr val="dk1"/>
              </a:buClr>
              <a:buSzPts val="2400"/>
              <a:buFont typeface="Noto Sans Symbols"/>
              <a:buNone/>
            </a:pPr>
            <a:r>
              <a:rPr lang="en-US" sz="2400">
                <a:solidFill>
                  <a:schemeClr val="dk1"/>
                </a:solidFill>
                <a:latin typeface="Cambria"/>
                <a:ea typeface="Cambria"/>
                <a:cs typeface="Cambria"/>
                <a:sym typeface="Cambria"/>
              </a:rPr>
              <a:t>Write down any five applications of DBMS other than above individually in chats separated by comma.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txBox="1"/>
          <p:nvPr>
            <p:ph type="title"/>
          </p:nvPr>
        </p:nvSpPr>
        <p:spPr>
          <a:xfrm>
            <a:off x="0" y="1123837"/>
            <a:ext cx="3429000"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Disadvantages of File processing system(FPS)</a:t>
            </a:r>
            <a:br>
              <a:rPr b="1" lang="en-US" sz="36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127" name="Google Shape;127;p7"/>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90000"/>
              </a:lnSpc>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Earlier database applications were built directly on top of file systems.</a:t>
            </a:r>
            <a:endParaRPr/>
          </a:p>
          <a:p>
            <a:pPr indent="-457200" lvl="0" marL="457200" marR="0" rtl="0" algn="just">
              <a:lnSpc>
                <a:spcPct val="90000"/>
              </a:lnSpc>
              <a:spcBef>
                <a:spcPts val="12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DBMS were developed to handle the difficulties of typical file-processing systems supported by conventional operating systems.</a:t>
            </a:r>
            <a:endParaRPr/>
          </a:p>
          <a:p>
            <a:pPr indent="-457200" lvl="0" marL="457200" marR="0" rtl="0" algn="just">
              <a:lnSpc>
                <a:spcPct val="90000"/>
              </a:lnSpc>
              <a:spcBef>
                <a:spcPts val="12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Database systems offer solutions to all the disadvantages of file processing systems.</a:t>
            </a:r>
            <a:endParaRPr/>
          </a:p>
          <a:p>
            <a:pPr indent="-55879" lvl="0" marL="182880" marR="0" rtl="0" algn="l">
              <a:lnSpc>
                <a:spcPct val="90000"/>
              </a:lnSpc>
              <a:spcBef>
                <a:spcPts val="120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8"/>
          <p:cNvSpPr txBox="1"/>
          <p:nvPr>
            <p:ph type="title"/>
          </p:nvPr>
        </p:nvSpPr>
        <p:spPr>
          <a:xfrm>
            <a:off x="100013" y="1123836"/>
            <a:ext cx="3314701"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Disadvantages of File processing system(FPS)</a:t>
            </a:r>
            <a:br>
              <a:rPr b="1" lang="en-US" sz="36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133" name="Google Shape;133;p8"/>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457200" lvl="1" marL="457200" marR="0" rtl="0" algn="just">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Data redundancy and inconsistency.</a:t>
            </a:r>
            <a:endParaRPr/>
          </a:p>
          <a:p>
            <a:pPr indent="-457200" lvl="1" marL="457200" marR="0" rtl="0" algn="just">
              <a:lnSpc>
                <a:spcPct val="90000"/>
              </a:lnSpc>
              <a:spcBef>
                <a:spcPts val="145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Multiple file formats.</a:t>
            </a:r>
            <a:endParaRPr/>
          </a:p>
          <a:p>
            <a:pPr indent="-457200" lvl="1" marL="457200" marR="0" rtl="0" algn="just">
              <a:lnSpc>
                <a:spcPct val="90000"/>
              </a:lnSpc>
              <a:spcBef>
                <a:spcPts val="145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Duplication of information.</a:t>
            </a:r>
            <a:endParaRPr/>
          </a:p>
          <a:p>
            <a:pPr indent="-457200" lvl="1" marL="457200" marR="0" rtl="0" algn="just">
              <a:lnSpc>
                <a:spcPct val="90000"/>
              </a:lnSpc>
              <a:spcBef>
                <a:spcPts val="145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Difficulty in accessing data. </a:t>
            </a:r>
            <a:endParaRPr/>
          </a:p>
          <a:p>
            <a:pPr indent="-457200" lvl="1" marL="457200" marR="0" rtl="0" algn="just">
              <a:lnSpc>
                <a:spcPct val="90000"/>
              </a:lnSpc>
              <a:spcBef>
                <a:spcPts val="145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File system exhibits structural dependency.</a:t>
            </a:r>
            <a:endParaRPr/>
          </a:p>
          <a:p>
            <a:pPr indent="-457200" lvl="1" marL="457200" marR="0" rtl="0" algn="just">
              <a:lnSpc>
                <a:spcPct val="90000"/>
              </a:lnSpc>
              <a:spcBef>
                <a:spcPts val="145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Need to write a new program to carry out each new task.</a:t>
            </a:r>
            <a:endParaRPr/>
          </a:p>
          <a:p>
            <a:pPr indent="-55879" lvl="0" marL="182880" marR="0" rtl="0" algn="l">
              <a:lnSpc>
                <a:spcPct val="90000"/>
              </a:lnSpc>
              <a:spcBef>
                <a:spcPts val="145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0" y="1123837"/>
            <a:ext cx="3200401"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Disadvantages of File processing system(FPS)</a:t>
            </a:r>
            <a:br>
              <a:rPr b="1" lang="en-US" sz="36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139" name="Google Shape;139;p9"/>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rmAutofit lnSpcReduction="10000"/>
          </a:bodyPr>
          <a:lstStyle/>
          <a:p>
            <a:pPr indent="-457200" lvl="1" marL="457200" marR="0" rtl="0" algn="just">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Data isolation</a:t>
            </a:r>
            <a:endParaRPr/>
          </a:p>
          <a:p>
            <a:pPr indent="-457200" lvl="1" marL="457200" marR="0" rtl="0" algn="just">
              <a:lnSpc>
                <a:spcPct val="90000"/>
              </a:lnSpc>
              <a:spcBef>
                <a:spcPts val="145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Integrity problems</a:t>
            </a:r>
            <a:endParaRPr/>
          </a:p>
          <a:p>
            <a:pPr indent="-457200" lvl="1" marL="457200" marR="0" rtl="0" algn="just">
              <a:lnSpc>
                <a:spcPct val="90000"/>
              </a:lnSpc>
              <a:spcBef>
                <a:spcPts val="145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Hard to add new constraints or change existing ones</a:t>
            </a:r>
            <a:endParaRPr/>
          </a:p>
          <a:p>
            <a:pPr indent="-457200" lvl="1" marL="457200" marR="0" rtl="0" algn="just">
              <a:lnSpc>
                <a:spcPct val="90000"/>
              </a:lnSpc>
              <a:spcBef>
                <a:spcPts val="145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Atomicity of updates</a:t>
            </a:r>
            <a:endParaRPr/>
          </a:p>
          <a:p>
            <a:pPr indent="-457200" lvl="1" marL="457200" marR="0" rtl="0" algn="just">
              <a:lnSpc>
                <a:spcPct val="90000"/>
              </a:lnSpc>
              <a:spcBef>
                <a:spcPts val="145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Failures may leave database in an inconsistent state with partial updates carried out</a:t>
            </a:r>
            <a:endParaRPr/>
          </a:p>
          <a:p>
            <a:pPr indent="-457200" lvl="1" marL="457200" marR="0" rtl="0" algn="just">
              <a:lnSpc>
                <a:spcPct val="90000"/>
              </a:lnSpc>
              <a:spcBef>
                <a:spcPts val="145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Example: Transfer of funds from one account to another should either complete or not happen at all.</a:t>
            </a:r>
            <a:endParaRPr/>
          </a:p>
          <a:p>
            <a:pPr indent="-55879" lvl="0" marL="182880" marR="0" rtl="0" algn="l">
              <a:lnSpc>
                <a:spcPct val="90000"/>
              </a:lnSpc>
              <a:spcBef>
                <a:spcPts val="145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ph type="title"/>
          </p:nvPr>
        </p:nvSpPr>
        <p:spPr>
          <a:xfrm>
            <a:off x="0" y="1123837"/>
            <a:ext cx="3200401"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Disadvantages of File processing system(FPS)</a:t>
            </a:r>
            <a:br>
              <a:rPr b="1" lang="en-US" sz="36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145" name="Google Shape;145;p10"/>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90000"/>
              </a:lnSpc>
              <a:spcBef>
                <a:spcPts val="0"/>
              </a:spcBef>
              <a:spcAft>
                <a:spcPts val="0"/>
              </a:spcAft>
              <a:buClr>
                <a:schemeClr val="dk2"/>
              </a:buClr>
              <a:buSzPts val="2800"/>
              <a:buFont typeface="Noto Sans Symbols"/>
              <a:buChar char="●"/>
            </a:pPr>
            <a:r>
              <a:rPr lang="en-US" sz="2800">
                <a:solidFill>
                  <a:schemeClr val="dk1"/>
                </a:solidFill>
                <a:latin typeface="Cambria"/>
                <a:ea typeface="Cambria"/>
                <a:cs typeface="Cambria"/>
                <a:sym typeface="Cambria"/>
              </a:rPr>
              <a:t>Concurrent access by multiple users</a:t>
            </a:r>
            <a:endParaRPr/>
          </a:p>
          <a:p>
            <a:pPr indent="-457200" lvl="1" marL="914400" marR="0" rtl="0" algn="just">
              <a:lnSpc>
                <a:spcPct val="90000"/>
              </a:lnSpc>
              <a:spcBef>
                <a:spcPts val="25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Concurrent access is needed for performance</a:t>
            </a:r>
            <a:endParaRPr/>
          </a:p>
          <a:p>
            <a:pPr indent="-457200" lvl="1" marL="914400" marR="0" rtl="0" algn="just">
              <a:lnSpc>
                <a:spcPct val="90000"/>
              </a:lnSpc>
              <a:spcBef>
                <a:spcPts val="50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Uncontrolled concurrent accesses can lead to data inconsistencies</a:t>
            </a:r>
            <a:endParaRPr/>
          </a:p>
          <a:p>
            <a:pPr indent="-457200" lvl="1" marL="914400" marR="0" rtl="0" algn="just">
              <a:lnSpc>
                <a:spcPct val="90000"/>
              </a:lnSpc>
              <a:spcBef>
                <a:spcPts val="50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Example: Two people reading a balance and updating it at the same time</a:t>
            </a:r>
            <a:endParaRPr/>
          </a:p>
          <a:p>
            <a:pPr indent="-55879" lvl="0" marL="182880" marR="0" rtl="0" algn="l">
              <a:lnSpc>
                <a:spcPct val="90000"/>
              </a:lnSpc>
              <a:spcBef>
                <a:spcPts val="145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1"/>
          <p:cNvSpPr txBox="1"/>
          <p:nvPr>
            <p:ph type="title"/>
          </p:nvPr>
        </p:nvSpPr>
        <p:spPr>
          <a:xfrm>
            <a:off x="0" y="1123837"/>
            <a:ext cx="3200401"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Disadvantages of File processing system(FPS)</a:t>
            </a:r>
            <a:br>
              <a:rPr b="1" lang="en-US" sz="36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151" name="Google Shape;151;p11"/>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285750" lvl="1" marL="285750" marR="0" rtl="0" algn="just">
              <a:lnSpc>
                <a:spcPct val="90000"/>
              </a:lnSpc>
              <a:spcBef>
                <a:spcPts val="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Security problems.</a:t>
            </a:r>
            <a:endParaRPr/>
          </a:p>
          <a:p>
            <a:pPr indent="-457200" lvl="1" marL="914400" marR="0" rtl="0" algn="just">
              <a:lnSpc>
                <a:spcPct val="90000"/>
              </a:lnSpc>
              <a:spcBef>
                <a:spcPts val="50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Security features like -</a:t>
            </a:r>
            <a:endParaRPr/>
          </a:p>
          <a:p>
            <a:pPr indent="-457200" lvl="1" marL="914400" marR="0" rtl="0" algn="just">
              <a:lnSpc>
                <a:spcPct val="90000"/>
              </a:lnSpc>
              <a:spcBef>
                <a:spcPts val="50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effective password protection, </a:t>
            </a:r>
            <a:endParaRPr/>
          </a:p>
          <a:p>
            <a:pPr indent="-457200" lvl="1" marL="914400" marR="0" rtl="0" algn="just">
              <a:lnSpc>
                <a:spcPct val="90000"/>
              </a:lnSpc>
              <a:spcBef>
                <a:spcPts val="50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locking out parts of files or parts of the system itself.</a:t>
            </a:r>
            <a:endParaRPr/>
          </a:p>
          <a:p>
            <a:pPr indent="-55879" lvl="0" marL="182880" marR="0" rtl="0" algn="l">
              <a:lnSpc>
                <a:spcPct val="90000"/>
              </a:lnSpc>
              <a:spcBef>
                <a:spcPts val="145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2"/>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Advantages of DBMS</a:t>
            </a:r>
            <a:br>
              <a:rPr b="1" lang="en-US" sz="3600">
                <a:solidFill>
                  <a:schemeClr val="dk1"/>
                </a:solidFill>
                <a:latin typeface="Cambria"/>
                <a:ea typeface="Cambria"/>
                <a:cs typeface="Cambria"/>
                <a:sym typeface="Cambria"/>
              </a:rPr>
            </a:br>
            <a:br>
              <a:rPr lang="en-US" sz="32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157" name="Google Shape;157;p12"/>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457200" lvl="1" marL="914400" marR="0" rtl="0" algn="just">
              <a:lnSpc>
                <a:spcPct val="90000"/>
              </a:lnSpc>
              <a:spcBef>
                <a:spcPts val="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Data can be shared.</a:t>
            </a:r>
            <a:endParaRPr/>
          </a:p>
          <a:p>
            <a:pPr indent="-457200" lvl="1" marL="914400" marR="0" rtl="0" algn="just">
              <a:lnSpc>
                <a:spcPct val="90000"/>
              </a:lnSpc>
              <a:spcBef>
                <a:spcPts val="50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Redundancy can be reduced.</a:t>
            </a:r>
            <a:endParaRPr/>
          </a:p>
          <a:p>
            <a:pPr indent="-457200" lvl="1" marL="914400" marR="0" rtl="0" algn="just">
              <a:lnSpc>
                <a:spcPct val="90000"/>
              </a:lnSpc>
              <a:spcBef>
                <a:spcPts val="50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Inconsistency can be avoided</a:t>
            </a:r>
            <a:endParaRPr/>
          </a:p>
          <a:p>
            <a:pPr indent="-457200" lvl="1" marL="914400" marR="0" rtl="0" algn="just">
              <a:lnSpc>
                <a:spcPct val="90000"/>
              </a:lnSpc>
              <a:spcBef>
                <a:spcPts val="50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Integrity can be maintained.</a:t>
            </a:r>
            <a:endParaRPr/>
          </a:p>
          <a:p>
            <a:pPr indent="-457200" lvl="1" marL="914400" marR="0" rtl="0" algn="just">
              <a:lnSpc>
                <a:spcPct val="90000"/>
              </a:lnSpc>
              <a:spcBef>
                <a:spcPts val="50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Security can be enforced.</a:t>
            </a:r>
            <a:endParaRPr/>
          </a:p>
          <a:p>
            <a:pPr indent="-457200" lvl="1" marL="914400" marR="0" rtl="0" algn="just">
              <a:lnSpc>
                <a:spcPct val="90000"/>
              </a:lnSpc>
              <a:spcBef>
                <a:spcPts val="50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Better Conflicting Management.</a:t>
            </a:r>
            <a:endParaRPr/>
          </a:p>
          <a:p>
            <a:pPr indent="-457200" lvl="1" marL="914400" marR="0" rtl="0" algn="just">
              <a:lnSpc>
                <a:spcPct val="90000"/>
              </a:lnSpc>
              <a:spcBef>
                <a:spcPts val="50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Standards can be enforced.</a:t>
            </a:r>
            <a:endParaRPr b="0" i="0" sz="2800" u="none" cap="none" strike="noStrike">
              <a:solidFill>
                <a:schemeClr val="dk1"/>
              </a:solidFill>
              <a:latin typeface="Cambria"/>
              <a:ea typeface="Cambria"/>
              <a:cs typeface="Cambria"/>
              <a:sym typeface="Cambria"/>
            </a:endParaRPr>
          </a:p>
          <a:p>
            <a:pPr indent="-55879" lvl="0" marL="182880" marR="0" rtl="0" algn="l">
              <a:lnSpc>
                <a:spcPct val="90000"/>
              </a:lnSpc>
              <a:spcBef>
                <a:spcPts val="145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3"/>
          <p:cNvSpPr txBox="1"/>
          <p:nvPr>
            <p:ph type="title"/>
          </p:nvPr>
        </p:nvSpPr>
        <p:spPr>
          <a:xfrm>
            <a:off x="0" y="1123837"/>
            <a:ext cx="3643313"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ANSI/SPARC THREE LEVEL ARCHITECTURE</a:t>
            </a:r>
            <a:br>
              <a:rPr lang="en-US" sz="32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163" name="Google Shape;163;p13"/>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457200" lvl="1" marL="457200" marR="0" rtl="0" algn="just">
              <a:lnSpc>
                <a:spcPct val="90000"/>
              </a:lnSpc>
              <a:spcBef>
                <a:spcPts val="0"/>
              </a:spcBef>
              <a:spcAft>
                <a:spcPts val="0"/>
              </a:spcAft>
              <a:buClr>
                <a:schemeClr val="dk2"/>
              </a:buClr>
              <a:buSzPts val="2800"/>
              <a:buFont typeface="Arial"/>
              <a:buChar char="•"/>
            </a:pPr>
            <a:r>
              <a:rPr b="0" i="0" lang="en-US" sz="2800" u="none" cap="none" strike="noStrike">
                <a:solidFill>
                  <a:schemeClr val="dk1"/>
                </a:solidFill>
                <a:latin typeface="Cambria"/>
                <a:ea typeface="Cambria"/>
                <a:cs typeface="Cambria"/>
                <a:sym typeface="Cambria"/>
              </a:rPr>
              <a:t>This is in agreement with the ANSI/SPARC study group on DBMS. ANSI/SPARC is the American National Standards Institute/Standard Planning and Requirement Committee).</a:t>
            </a:r>
            <a:endParaRPr/>
          </a:p>
          <a:p>
            <a:pPr indent="-55879" lvl="0" marL="182880" marR="0" rtl="0" algn="l">
              <a:lnSpc>
                <a:spcPct val="90000"/>
              </a:lnSpc>
              <a:spcBef>
                <a:spcPts val="145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4"/>
          <p:cNvSpPr txBox="1"/>
          <p:nvPr>
            <p:ph type="title"/>
          </p:nvPr>
        </p:nvSpPr>
        <p:spPr>
          <a:xfrm>
            <a:off x="0" y="1123837"/>
            <a:ext cx="3643313"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ANSI/SPARC THREE LEVEL ARCHITECTURE</a:t>
            </a:r>
            <a:br>
              <a:rPr lang="en-US" sz="32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169" name="Google Shape;169;p14"/>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Arial"/>
              <a:buChar char="•"/>
            </a:pPr>
            <a:r>
              <a:rPr lang="en-US" sz="2800">
                <a:solidFill>
                  <a:schemeClr val="dk1"/>
                </a:solidFill>
                <a:latin typeface="Cambria"/>
                <a:ea typeface="Cambria"/>
                <a:cs typeface="Cambria"/>
                <a:sym typeface="Cambria"/>
              </a:rPr>
              <a:t>The Architecture for DBMS is divided into three general levels:</a:t>
            </a:r>
            <a:endParaRPr/>
          </a:p>
          <a:p>
            <a:pPr indent="-342900" lvl="1" marL="800100" marR="0" rtl="0" algn="just">
              <a:lnSpc>
                <a:spcPct val="90000"/>
              </a:lnSpc>
              <a:spcBef>
                <a:spcPts val="250"/>
              </a:spcBef>
              <a:spcAft>
                <a:spcPts val="0"/>
              </a:spcAft>
              <a:buClr>
                <a:schemeClr val="dk1"/>
              </a:buClr>
              <a:buSzPts val="2800"/>
              <a:buFont typeface="Arial"/>
              <a:buChar char="•"/>
            </a:pPr>
            <a:r>
              <a:rPr b="1" i="0" lang="en-US" sz="2800" u="none" cap="none" strike="noStrike">
                <a:solidFill>
                  <a:schemeClr val="dk1"/>
                </a:solidFill>
                <a:latin typeface="Cambria"/>
                <a:ea typeface="Cambria"/>
                <a:cs typeface="Cambria"/>
                <a:sym typeface="Cambria"/>
              </a:rPr>
              <a:t>External level</a:t>
            </a:r>
            <a:r>
              <a:rPr b="0" i="0" lang="en-US" sz="2800" u="none" cap="none" strike="noStrike">
                <a:solidFill>
                  <a:schemeClr val="dk1"/>
                </a:solidFill>
                <a:latin typeface="Cambria"/>
                <a:ea typeface="Cambria"/>
                <a:cs typeface="Cambria"/>
                <a:sym typeface="Cambria"/>
              </a:rPr>
              <a:t>: concerned with the way individual users see the data.</a:t>
            </a:r>
            <a:endParaRPr/>
          </a:p>
          <a:p>
            <a:pPr indent="-342900" lvl="1" marL="800100" marR="0" rtl="0" algn="just">
              <a:lnSpc>
                <a:spcPct val="90000"/>
              </a:lnSpc>
              <a:spcBef>
                <a:spcPts val="500"/>
              </a:spcBef>
              <a:spcAft>
                <a:spcPts val="0"/>
              </a:spcAft>
              <a:buClr>
                <a:schemeClr val="dk1"/>
              </a:buClr>
              <a:buSzPts val="2800"/>
              <a:buFont typeface="Arial"/>
              <a:buChar char="•"/>
            </a:pPr>
            <a:r>
              <a:rPr b="1" i="0" lang="en-US" sz="2800" u="none" cap="none" strike="noStrike">
                <a:solidFill>
                  <a:schemeClr val="dk1"/>
                </a:solidFill>
                <a:latin typeface="Cambria"/>
                <a:ea typeface="Cambria"/>
                <a:cs typeface="Cambria"/>
                <a:sym typeface="Cambria"/>
              </a:rPr>
              <a:t>Conceptual level</a:t>
            </a:r>
            <a:r>
              <a:rPr b="0" i="0" lang="en-US" sz="2800" u="none" cap="none" strike="noStrike">
                <a:solidFill>
                  <a:schemeClr val="dk1"/>
                </a:solidFill>
                <a:latin typeface="Cambria"/>
                <a:ea typeface="Cambria"/>
                <a:cs typeface="Cambria"/>
                <a:sym typeface="Cambria"/>
              </a:rPr>
              <a:t>: can be regarded as a community user view - a formal description of data of interest to the organization, independent of any storage considerations.</a:t>
            </a:r>
            <a:endParaRPr/>
          </a:p>
          <a:p>
            <a:pPr indent="-342900" lvl="1" marL="800100" marR="0" rtl="0" algn="just">
              <a:lnSpc>
                <a:spcPct val="90000"/>
              </a:lnSpc>
              <a:spcBef>
                <a:spcPts val="500"/>
              </a:spcBef>
              <a:spcAft>
                <a:spcPts val="0"/>
              </a:spcAft>
              <a:buClr>
                <a:schemeClr val="dk1"/>
              </a:buClr>
              <a:buSzPts val="2800"/>
              <a:buFont typeface="Arial"/>
              <a:buChar char="•"/>
            </a:pPr>
            <a:r>
              <a:rPr b="1" i="0" lang="en-US" sz="2800" u="none" cap="none" strike="noStrike">
                <a:solidFill>
                  <a:schemeClr val="dk1"/>
                </a:solidFill>
                <a:latin typeface="Cambria"/>
                <a:ea typeface="Cambria"/>
                <a:cs typeface="Cambria"/>
                <a:sym typeface="Cambria"/>
              </a:rPr>
              <a:t>Internal level</a:t>
            </a:r>
            <a:r>
              <a:rPr b="0" i="0" lang="en-US" sz="2800" u="none" cap="none" strike="noStrike">
                <a:solidFill>
                  <a:schemeClr val="dk1"/>
                </a:solidFill>
                <a:latin typeface="Cambria"/>
                <a:ea typeface="Cambria"/>
                <a:cs typeface="Cambria"/>
                <a:sym typeface="Cambria"/>
              </a:rPr>
              <a:t>: concerned with the way in which the data is actually stored.</a:t>
            </a:r>
            <a:endParaRPr/>
          </a:p>
          <a:p>
            <a:pPr indent="-55879" lvl="0" marL="182880" marR="0" rtl="0" algn="l">
              <a:lnSpc>
                <a:spcPct val="90000"/>
              </a:lnSpc>
              <a:spcBef>
                <a:spcPts val="145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5"/>
          <p:cNvSpPr txBox="1"/>
          <p:nvPr>
            <p:ph type="title"/>
          </p:nvPr>
        </p:nvSpPr>
        <p:spPr>
          <a:xfrm>
            <a:off x="0" y="1123837"/>
            <a:ext cx="3643313"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ANSI/SPARC THREE LEVEL ARCHITECTURE</a:t>
            </a:r>
            <a:br>
              <a:rPr lang="en-US" sz="32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pic>
        <p:nvPicPr>
          <p:cNvPr id="175" name="Google Shape;175;p15"/>
          <p:cNvPicPr preferRelativeResize="0"/>
          <p:nvPr>
            <p:ph idx="1" type="body"/>
          </p:nvPr>
        </p:nvPicPr>
        <p:blipFill rotWithShape="1">
          <a:blip r:embed="rId3">
            <a:alphaModFix/>
          </a:blip>
          <a:srcRect b="0" l="0" r="0" t="0"/>
          <a:stretch/>
        </p:blipFill>
        <p:spPr>
          <a:xfrm>
            <a:off x="3501356" y="1123837"/>
            <a:ext cx="8283350" cy="43768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6"/>
          <p:cNvSpPr txBox="1"/>
          <p:nvPr>
            <p:ph type="title"/>
          </p:nvPr>
        </p:nvSpPr>
        <p:spPr>
          <a:xfrm>
            <a:off x="0" y="1123837"/>
            <a:ext cx="3643313"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ANSI/SPARC THREE LEVEL ARCHITECTURE</a:t>
            </a:r>
            <a:br>
              <a:rPr lang="en-US" sz="32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pic>
        <p:nvPicPr>
          <p:cNvPr id="181" name="Google Shape;181;p16"/>
          <p:cNvPicPr preferRelativeResize="0"/>
          <p:nvPr>
            <p:ph idx="1" type="body"/>
          </p:nvPr>
        </p:nvPicPr>
        <p:blipFill rotWithShape="1">
          <a:blip r:embed="rId3">
            <a:alphaModFix/>
          </a:blip>
          <a:srcRect b="0" l="0" r="0" t="0"/>
          <a:stretch/>
        </p:blipFill>
        <p:spPr>
          <a:xfrm>
            <a:off x="3468279" y="809512"/>
            <a:ext cx="8281884" cy="4519726"/>
          </a:xfrm>
          <a:prstGeom prst="rect">
            <a:avLst/>
          </a:prstGeom>
          <a:noFill/>
          <a:ln>
            <a:noFill/>
          </a:ln>
        </p:spPr>
      </p:pic>
      <p:sp>
        <p:nvSpPr>
          <p:cNvPr id="182" name="Google Shape;182;p16"/>
          <p:cNvSpPr txBox="1"/>
          <p:nvPr/>
        </p:nvSpPr>
        <p:spPr>
          <a:xfrm>
            <a:off x="9244013" y="623774"/>
            <a:ext cx="3214688" cy="371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Corbel"/>
                <a:ea typeface="Corbel"/>
                <a:cs typeface="Corbel"/>
                <a:sym typeface="Corbel"/>
              </a:rPr>
              <a:t>What type of data</a:t>
            </a:r>
            <a:endParaRPr/>
          </a:p>
        </p:txBody>
      </p:sp>
      <p:sp>
        <p:nvSpPr>
          <p:cNvPr id="183" name="Google Shape;183;p16"/>
          <p:cNvSpPr txBox="1"/>
          <p:nvPr/>
        </p:nvSpPr>
        <p:spPr>
          <a:xfrm>
            <a:off x="9401175" y="3052952"/>
            <a:ext cx="3214688" cy="371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rbel"/>
                <a:ea typeface="Corbel"/>
                <a:cs typeface="Corbel"/>
                <a:sym typeface="Corbel"/>
              </a:rPr>
              <a:t>How data will be stored</a:t>
            </a:r>
            <a:endParaRPr/>
          </a:p>
        </p:txBody>
      </p:sp>
      <p:sp>
        <p:nvSpPr>
          <p:cNvPr id="184" name="Google Shape;184;p16"/>
          <p:cNvSpPr txBox="1"/>
          <p:nvPr/>
        </p:nvSpPr>
        <p:spPr>
          <a:xfrm>
            <a:off x="9401175" y="4191095"/>
            <a:ext cx="3214688" cy="371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rbel"/>
                <a:ea typeface="Corbel"/>
                <a:cs typeface="Corbel"/>
                <a:sym typeface="Corbel"/>
              </a:rPr>
              <a:t>Where data is stored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7"/>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Data Abstraction</a:t>
            </a:r>
            <a:br>
              <a:rPr b="1" lang="en-US" sz="36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190" name="Google Shape;190;p17"/>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90000"/>
              </a:lnSpc>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Hide irrelevant details from the users.</a:t>
            </a:r>
            <a:endParaRPr/>
          </a:p>
          <a:p>
            <a:pPr indent="-457200" lvl="0" marL="457200" marR="0" rtl="0" algn="just">
              <a:lnSpc>
                <a:spcPct val="90000"/>
              </a:lnSpc>
              <a:spcBef>
                <a:spcPts val="12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Three levels of data abstraction:</a:t>
            </a:r>
            <a:endParaRPr/>
          </a:p>
          <a:p>
            <a:pPr indent="-457200" lvl="0" marL="457200" marR="0" rtl="0" algn="just">
              <a:lnSpc>
                <a:spcPct val="90000"/>
              </a:lnSpc>
              <a:spcBef>
                <a:spcPts val="1200"/>
              </a:spcBef>
              <a:spcAft>
                <a:spcPts val="0"/>
              </a:spcAft>
              <a:buClr>
                <a:schemeClr val="dk1"/>
              </a:buClr>
              <a:buSzPts val="2400"/>
              <a:buFont typeface="Arial"/>
              <a:buChar char="•"/>
            </a:pPr>
            <a:r>
              <a:rPr b="1" lang="en-US" sz="2400">
                <a:solidFill>
                  <a:schemeClr val="dk1"/>
                </a:solidFill>
                <a:latin typeface="Cambria"/>
                <a:ea typeface="Cambria"/>
                <a:cs typeface="Cambria"/>
                <a:sym typeface="Cambria"/>
              </a:rPr>
              <a:t>Physical</a:t>
            </a:r>
            <a:r>
              <a:rPr lang="en-US" sz="2400">
                <a:solidFill>
                  <a:schemeClr val="dk1"/>
                </a:solidFill>
                <a:latin typeface="Cambria"/>
                <a:ea typeface="Cambria"/>
                <a:cs typeface="Cambria"/>
                <a:sym typeface="Cambria"/>
              </a:rPr>
              <a:t>: Lowest Level of data abstraction. It tells us where the data actually stored in memory.</a:t>
            </a:r>
            <a:endParaRPr/>
          </a:p>
          <a:p>
            <a:pPr indent="-457200" lvl="0" marL="457200" marR="0" rtl="0" algn="just">
              <a:lnSpc>
                <a:spcPct val="90000"/>
              </a:lnSpc>
              <a:spcBef>
                <a:spcPts val="1200"/>
              </a:spcBef>
              <a:spcAft>
                <a:spcPts val="0"/>
              </a:spcAft>
              <a:buClr>
                <a:schemeClr val="dk1"/>
              </a:buClr>
              <a:buSzPts val="2400"/>
              <a:buFont typeface="Arial"/>
              <a:buChar char="•"/>
            </a:pPr>
            <a:r>
              <a:rPr b="1" lang="en-US" sz="2400">
                <a:solidFill>
                  <a:schemeClr val="dk1"/>
                </a:solidFill>
                <a:latin typeface="Cambria"/>
                <a:ea typeface="Cambria"/>
                <a:cs typeface="Cambria"/>
                <a:sym typeface="Cambria"/>
              </a:rPr>
              <a:t>Logical</a:t>
            </a:r>
            <a:r>
              <a:rPr lang="en-US" sz="2400">
                <a:solidFill>
                  <a:schemeClr val="dk1"/>
                </a:solidFill>
                <a:latin typeface="Cambria"/>
                <a:ea typeface="Cambria"/>
                <a:cs typeface="Cambria"/>
                <a:sym typeface="Cambria"/>
              </a:rPr>
              <a:t>: Describes how the data is stored in the Database. In short, it represents SCHEMA</a:t>
            </a:r>
            <a:endParaRPr/>
          </a:p>
          <a:p>
            <a:pPr indent="-457200" lvl="0" marL="457200" marR="0" rtl="0" algn="just">
              <a:lnSpc>
                <a:spcPct val="90000"/>
              </a:lnSpc>
              <a:spcBef>
                <a:spcPts val="1200"/>
              </a:spcBef>
              <a:spcAft>
                <a:spcPts val="0"/>
              </a:spcAft>
              <a:buClr>
                <a:schemeClr val="dk1"/>
              </a:buClr>
              <a:buSzPts val="2400"/>
              <a:buFont typeface="Arial"/>
              <a:buChar char="•"/>
            </a:pPr>
            <a:r>
              <a:rPr b="1" lang="en-US" sz="2400">
                <a:solidFill>
                  <a:schemeClr val="dk1"/>
                </a:solidFill>
                <a:latin typeface="Cambria"/>
                <a:ea typeface="Cambria"/>
                <a:cs typeface="Cambria"/>
                <a:sym typeface="Cambria"/>
              </a:rPr>
              <a:t>View</a:t>
            </a:r>
            <a:r>
              <a:rPr lang="en-US" sz="2400">
                <a:solidFill>
                  <a:schemeClr val="dk1"/>
                </a:solidFill>
                <a:latin typeface="Cambria"/>
                <a:ea typeface="Cambria"/>
                <a:cs typeface="Cambria"/>
                <a:sym typeface="Cambria"/>
              </a:rPr>
              <a:t>: Highest level of data abstraction. It contains what type of data is to be stored in the database.</a:t>
            </a:r>
            <a:endParaRPr sz="2400">
              <a:solidFill>
                <a:schemeClr val="dk1"/>
              </a:solidFill>
              <a:latin typeface="Cambria"/>
              <a:ea typeface="Cambria"/>
              <a:cs typeface="Cambria"/>
              <a:sym typeface="Cambria"/>
            </a:endParaRPr>
          </a:p>
          <a:p>
            <a:pPr indent="-30479" lvl="0" marL="182880" marR="0" rtl="0" algn="just">
              <a:lnSpc>
                <a:spcPct val="90000"/>
              </a:lnSpc>
              <a:spcBef>
                <a:spcPts val="1200"/>
              </a:spcBef>
              <a:spcAft>
                <a:spcPts val="0"/>
              </a:spcAft>
              <a:buClr>
                <a:schemeClr val="dk1"/>
              </a:buClr>
              <a:buSzPts val="2400"/>
              <a:buFont typeface="Noto Sans Symbols"/>
              <a:buNone/>
            </a:pPr>
            <a:r>
              <a:t/>
            </a:r>
            <a:endParaRPr sz="2400">
              <a:solidFill>
                <a:srgbClr val="595959"/>
              </a:solidFill>
              <a:latin typeface="Cambria"/>
              <a:ea typeface="Cambria"/>
              <a:cs typeface="Cambria"/>
              <a:sym typeface="Cambria"/>
            </a:endParaRPr>
          </a:p>
          <a:p>
            <a:pPr indent="-55879" lvl="0" marL="182880" marR="0" rtl="0" algn="l">
              <a:lnSpc>
                <a:spcPct val="90000"/>
              </a:lnSpc>
              <a:spcBef>
                <a:spcPts val="1200"/>
              </a:spcBef>
              <a:spcAft>
                <a:spcPts val="0"/>
              </a:spcAft>
              <a:buClr>
                <a:schemeClr val="dk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8"/>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Database Application Architectures</a:t>
            </a:r>
            <a:br>
              <a:rPr lang="en-US" sz="3600">
                <a:solidFill>
                  <a:schemeClr val="dk1"/>
                </a:solidFill>
                <a:latin typeface="Corbel"/>
                <a:ea typeface="Corbel"/>
                <a:cs typeface="Corbel"/>
                <a:sym typeface="Corbel"/>
              </a:rPr>
            </a:br>
            <a:endParaRPr sz="3600">
              <a:solidFill>
                <a:srgbClr val="FFFFFF"/>
              </a:solidFill>
              <a:latin typeface="Corbel"/>
              <a:ea typeface="Corbel"/>
              <a:cs typeface="Corbel"/>
              <a:sym typeface="Corbel"/>
            </a:endParaRPr>
          </a:p>
        </p:txBody>
      </p:sp>
      <p:pic>
        <p:nvPicPr>
          <p:cNvPr descr="Two-Tier Architecture" id="196" name="Google Shape;196;p18"/>
          <p:cNvPicPr preferRelativeResize="0"/>
          <p:nvPr>
            <p:ph idx="1" type="body"/>
          </p:nvPr>
        </p:nvPicPr>
        <p:blipFill rotWithShape="1">
          <a:blip r:embed="rId3">
            <a:alphaModFix/>
          </a:blip>
          <a:srcRect b="0" l="0" r="0" t="0"/>
          <a:stretch/>
        </p:blipFill>
        <p:spPr>
          <a:xfrm>
            <a:off x="4357688" y="927960"/>
            <a:ext cx="6372225" cy="502006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9"/>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Database Application Architectures</a:t>
            </a:r>
            <a:br>
              <a:rPr lang="en-US" sz="3600">
                <a:solidFill>
                  <a:schemeClr val="dk1"/>
                </a:solidFill>
                <a:latin typeface="Corbel"/>
                <a:ea typeface="Corbel"/>
                <a:cs typeface="Corbel"/>
                <a:sym typeface="Corbel"/>
              </a:rPr>
            </a:br>
            <a:endParaRPr sz="3600">
              <a:solidFill>
                <a:srgbClr val="FFFFFF"/>
              </a:solidFill>
              <a:latin typeface="Corbel"/>
              <a:ea typeface="Corbel"/>
              <a:cs typeface="Corbel"/>
              <a:sym typeface="Corbel"/>
            </a:endParaRPr>
          </a:p>
        </p:txBody>
      </p:sp>
      <p:sp>
        <p:nvSpPr>
          <p:cNvPr id="202" name="Google Shape;202;p19"/>
          <p:cNvSpPr txBox="1"/>
          <p:nvPr>
            <p:ph idx="1" type="body"/>
          </p:nvPr>
        </p:nvSpPr>
        <p:spPr>
          <a:xfrm>
            <a:off x="3869267" y="864108"/>
            <a:ext cx="7717895" cy="5120640"/>
          </a:xfrm>
          <a:prstGeom prst="rect">
            <a:avLst/>
          </a:prstGeom>
          <a:noFill/>
          <a:ln>
            <a:noFill/>
          </a:ln>
        </p:spPr>
        <p:txBody>
          <a:bodyPr anchorCtr="0" anchor="t" bIns="45700" lIns="91425" spcFirstLastPara="1" rIns="91425" wrap="square" tIns="45700">
            <a:noAutofit/>
          </a:bodyPr>
          <a:lstStyle/>
          <a:p>
            <a:pPr indent="0" lvl="1" marL="0" marR="0" rtl="0" algn="just">
              <a:lnSpc>
                <a:spcPct val="90000"/>
              </a:lnSpc>
              <a:spcBef>
                <a:spcPts val="0"/>
              </a:spcBef>
              <a:spcAft>
                <a:spcPts val="0"/>
              </a:spcAft>
              <a:buClr>
                <a:schemeClr val="dk1"/>
              </a:buClr>
              <a:buSzPts val="2800"/>
              <a:buFont typeface="Noto Sans Symbols"/>
              <a:buNone/>
            </a:pPr>
            <a:r>
              <a:rPr b="0" i="0" lang="en-US" sz="2800" u="none" cap="none" strike="noStrike">
                <a:solidFill>
                  <a:schemeClr val="dk1"/>
                </a:solidFill>
                <a:latin typeface="Cambria"/>
                <a:ea typeface="Cambria"/>
                <a:cs typeface="Cambria"/>
                <a:sym typeface="Cambria"/>
              </a:rPr>
              <a:t>Advantages:</a:t>
            </a:r>
            <a:endParaRPr/>
          </a:p>
          <a:p>
            <a:pPr indent="0" lvl="1" marL="457200" marR="0" rtl="0" algn="just">
              <a:lnSpc>
                <a:spcPct val="90000"/>
              </a:lnSpc>
              <a:spcBef>
                <a:spcPts val="500"/>
              </a:spcBef>
              <a:spcAft>
                <a:spcPts val="0"/>
              </a:spcAft>
              <a:buClr>
                <a:schemeClr val="dk1"/>
              </a:buClr>
              <a:buSzPts val="2800"/>
              <a:buFont typeface="Noto Sans Symbols"/>
              <a:buNone/>
            </a:pPr>
            <a:r>
              <a:rPr b="0" i="0" lang="en-US" sz="2800" u="none" cap="none" strike="noStrike">
                <a:solidFill>
                  <a:schemeClr val="dk1"/>
                </a:solidFill>
                <a:latin typeface="Cambria"/>
                <a:ea typeface="Cambria"/>
                <a:cs typeface="Cambria"/>
                <a:sym typeface="Cambria"/>
              </a:rPr>
              <a:t>1)Easy to maintain </a:t>
            </a:r>
            <a:endParaRPr/>
          </a:p>
          <a:p>
            <a:pPr indent="0" lvl="1" marL="457200" marR="0" rtl="0" algn="just">
              <a:lnSpc>
                <a:spcPct val="90000"/>
              </a:lnSpc>
              <a:spcBef>
                <a:spcPts val="500"/>
              </a:spcBef>
              <a:spcAft>
                <a:spcPts val="0"/>
              </a:spcAft>
              <a:buClr>
                <a:schemeClr val="dk1"/>
              </a:buClr>
              <a:buSzPts val="2800"/>
              <a:buFont typeface="Noto Sans Symbols"/>
              <a:buNone/>
            </a:pPr>
            <a:r>
              <a:rPr b="0" i="0" lang="en-US" sz="2800" u="none" cap="none" strike="noStrike">
                <a:solidFill>
                  <a:schemeClr val="dk1"/>
                </a:solidFill>
                <a:latin typeface="Cambria"/>
                <a:ea typeface="Cambria"/>
                <a:cs typeface="Cambria"/>
                <a:sym typeface="Cambria"/>
              </a:rPr>
              <a:t>2)Modification is bit easy</a:t>
            </a:r>
            <a:endParaRPr/>
          </a:p>
          <a:p>
            <a:pPr indent="0" lvl="1" marL="457200" marR="0" rtl="0" algn="just">
              <a:lnSpc>
                <a:spcPct val="90000"/>
              </a:lnSpc>
              <a:spcBef>
                <a:spcPts val="500"/>
              </a:spcBef>
              <a:spcAft>
                <a:spcPts val="0"/>
              </a:spcAft>
              <a:buClr>
                <a:schemeClr val="dk1"/>
              </a:buClr>
              <a:buSzPts val="2800"/>
              <a:buFont typeface="Noto Sans Symbols"/>
              <a:buNone/>
            </a:pPr>
            <a:r>
              <a:rPr b="0" i="0" lang="en-US" sz="2800" u="none" cap="none" strike="noStrike">
                <a:solidFill>
                  <a:schemeClr val="dk1"/>
                </a:solidFill>
                <a:latin typeface="Cambria"/>
                <a:ea typeface="Cambria"/>
                <a:cs typeface="Cambria"/>
                <a:sym typeface="Cambria"/>
              </a:rPr>
              <a:t>3)Communication is faster</a:t>
            </a:r>
            <a:endParaRPr/>
          </a:p>
          <a:p>
            <a:pPr indent="0" lvl="1" marL="0" marR="0" rtl="0" algn="just">
              <a:lnSpc>
                <a:spcPct val="90000"/>
              </a:lnSpc>
              <a:spcBef>
                <a:spcPts val="500"/>
              </a:spcBef>
              <a:spcAft>
                <a:spcPts val="0"/>
              </a:spcAft>
              <a:buClr>
                <a:schemeClr val="dk1"/>
              </a:buClr>
              <a:buSzPts val="2800"/>
              <a:buFont typeface="Noto Sans Symbols"/>
              <a:buNone/>
            </a:pPr>
            <a:r>
              <a:rPr b="0" i="0" lang="en-US" sz="2800" u="none" cap="none" strike="noStrike">
                <a:solidFill>
                  <a:schemeClr val="dk1"/>
                </a:solidFill>
                <a:latin typeface="Cambria"/>
                <a:ea typeface="Cambria"/>
                <a:cs typeface="Cambria"/>
                <a:sym typeface="Cambria"/>
              </a:rPr>
              <a:t>Disadvantages :</a:t>
            </a:r>
            <a:endParaRPr/>
          </a:p>
          <a:p>
            <a:pPr indent="0" lvl="1" marL="457200" marR="0" rtl="0" algn="just">
              <a:lnSpc>
                <a:spcPct val="90000"/>
              </a:lnSpc>
              <a:spcBef>
                <a:spcPts val="500"/>
              </a:spcBef>
              <a:spcAft>
                <a:spcPts val="0"/>
              </a:spcAft>
              <a:buClr>
                <a:schemeClr val="dk1"/>
              </a:buClr>
              <a:buSzPts val="2800"/>
              <a:buFont typeface="Noto Sans Symbols"/>
              <a:buNone/>
            </a:pPr>
            <a:r>
              <a:rPr b="0" i="0" lang="en-US" sz="2800" u="none" cap="none" strike="noStrike">
                <a:solidFill>
                  <a:schemeClr val="dk1"/>
                </a:solidFill>
                <a:latin typeface="Cambria"/>
                <a:ea typeface="Cambria"/>
                <a:cs typeface="Cambria"/>
                <a:sym typeface="Cambria"/>
              </a:rPr>
              <a:t>1)Performance degrades when number of  users increase</a:t>
            </a:r>
            <a:endParaRPr/>
          </a:p>
          <a:p>
            <a:pPr indent="0" lvl="1" marL="457200" marR="0" rtl="0" algn="just">
              <a:lnSpc>
                <a:spcPct val="90000"/>
              </a:lnSpc>
              <a:spcBef>
                <a:spcPts val="500"/>
              </a:spcBef>
              <a:spcAft>
                <a:spcPts val="0"/>
              </a:spcAft>
              <a:buClr>
                <a:schemeClr val="dk1"/>
              </a:buClr>
              <a:buSzPts val="2800"/>
              <a:buFont typeface="Noto Sans Symbols"/>
              <a:buNone/>
            </a:pPr>
            <a:r>
              <a:rPr b="0" i="0" lang="en-US" sz="2800" u="none" cap="none" strike="noStrike">
                <a:solidFill>
                  <a:schemeClr val="dk1"/>
                </a:solidFill>
                <a:latin typeface="Cambria"/>
                <a:ea typeface="Cambria"/>
                <a:cs typeface="Cambria"/>
                <a:sym typeface="Cambria"/>
              </a:rPr>
              <a:t>2)Cost-ineffective</a:t>
            </a:r>
            <a:endParaRPr/>
          </a:p>
          <a:p>
            <a:pPr indent="0" lvl="0" marL="0" marR="0" rtl="0" algn="l">
              <a:lnSpc>
                <a:spcPct val="90000"/>
              </a:lnSpc>
              <a:spcBef>
                <a:spcPts val="145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0"/>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Database Application Architectures</a:t>
            </a:r>
            <a:br>
              <a:rPr lang="en-US" sz="3600">
                <a:solidFill>
                  <a:schemeClr val="dk1"/>
                </a:solidFill>
                <a:latin typeface="Corbel"/>
                <a:ea typeface="Corbel"/>
                <a:cs typeface="Corbel"/>
                <a:sym typeface="Corbel"/>
              </a:rPr>
            </a:br>
            <a:endParaRPr sz="3600">
              <a:solidFill>
                <a:srgbClr val="FFFFFF"/>
              </a:solidFill>
              <a:latin typeface="Corbel"/>
              <a:ea typeface="Corbel"/>
              <a:cs typeface="Corbel"/>
              <a:sym typeface="Corbel"/>
            </a:endParaRPr>
          </a:p>
        </p:txBody>
      </p:sp>
      <p:pic>
        <p:nvPicPr>
          <p:cNvPr descr="Three-tier Architecture" id="208" name="Google Shape;208;p20"/>
          <p:cNvPicPr preferRelativeResize="0"/>
          <p:nvPr>
            <p:ph idx="1" type="body"/>
          </p:nvPr>
        </p:nvPicPr>
        <p:blipFill rotWithShape="1">
          <a:blip r:embed="rId3">
            <a:alphaModFix/>
          </a:blip>
          <a:srcRect b="0" l="0" r="0" t="0"/>
          <a:stretch/>
        </p:blipFill>
        <p:spPr>
          <a:xfrm>
            <a:off x="3760124" y="1094889"/>
            <a:ext cx="7727026" cy="496188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1"/>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Database Application Architectures</a:t>
            </a:r>
            <a:br>
              <a:rPr lang="en-US" sz="3600">
                <a:solidFill>
                  <a:schemeClr val="dk1"/>
                </a:solidFill>
                <a:latin typeface="Corbel"/>
                <a:ea typeface="Corbel"/>
                <a:cs typeface="Corbel"/>
                <a:sym typeface="Corbel"/>
              </a:rPr>
            </a:br>
            <a:endParaRPr sz="3600">
              <a:solidFill>
                <a:srgbClr val="FFFFFF"/>
              </a:solidFill>
              <a:latin typeface="Corbel"/>
              <a:ea typeface="Corbel"/>
              <a:cs typeface="Corbel"/>
              <a:sym typeface="Corbel"/>
            </a:endParaRPr>
          </a:p>
        </p:txBody>
      </p:sp>
      <p:sp>
        <p:nvSpPr>
          <p:cNvPr id="214" name="Google Shape;214;p21"/>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182880" lvl="0" marL="182880" marR="0" rtl="0" algn="l">
              <a:lnSpc>
                <a:spcPct val="90000"/>
              </a:lnSpc>
              <a:spcBef>
                <a:spcPts val="0"/>
              </a:spcBef>
              <a:spcAft>
                <a:spcPts val="0"/>
              </a:spcAft>
              <a:buClr>
                <a:schemeClr val="dk1"/>
              </a:buClr>
              <a:buSzPts val="2800"/>
              <a:buFont typeface="Noto Sans Symbols"/>
              <a:buChar char="●"/>
            </a:pPr>
            <a:r>
              <a:rPr lang="en-US" sz="2800">
                <a:solidFill>
                  <a:schemeClr val="dk1"/>
                </a:solidFill>
                <a:latin typeface="Cambria"/>
                <a:ea typeface="Cambria"/>
                <a:cs typeface="Cambria"/>
                <a:sym typeface="Cambria"/>
              </a:rPr>
              <a:t>Advantages</a:t>
            </a:r>
            <a:endParaRPr/>
          </a:p>
          <a:p>
            <a:pPr indent="-571500" lvl="1" marL="1028700" marR="0" rtl="0" algn="l">
              <a:lnSpc>
                <a:spcPct val="90000"/>
              </a:lnSpc>
              <a:spcBef>
                <a:spcPts val="250"/>
              </a:spcBef>
              <a:spcAft>
                <a:spcPts val="0"/>
              </a:spcAft>
              <a:buClr>
                <a:schemeClr val="dk1"/>
              </a:buClr>
              <a:buSzPts val="2800"/>
              <a:buFont typeface="Corbel"/>
              <a:buAutoNum type="arabicParenR"/>
            </a:pPr>
            <a:r>
              <a:rPr b="0" i="0" lang="en-US" sz="2800" u="none" cap="none" strike="noStrike">
                <a:solidFill>
                  <a:schemeClr val="dk1"/>
                </a:solidFill>
                <a:latin typeface="Cambria"/>
                <a:ea typeface="Cambria"/>
                <a:cs typeface="Cambria"/>
                <a:sym typeface="Cambria"/>
              </a:rPr>
              <a:t>High performance</a:t>
            </a:r>
            <a:endParaRPr/>
          </a:p>
          <a:p>
            <a:pPr indent="-571500" lvl="1" marL="1028700" marR="0" rtl="0" algn="l">
              <a:lnSpc>
                <a:spcPct val="90000"/>
              </a:lnSpc>
              <a:spcBef>
                <a:spcPts val="500"/>
              </a:spcBef>
              <a:spcAft>
                <a:spcPts val="0"/>
              </a:spcAft>
              <a:buClr>
                <a:schemeClr val="dk1"/>
              </a:buClr>
              <a:buSzPts val="2800"/>
              <a:buFont typeface="Corbel"/>
              <a:buAutoNum type="arabicParenR"/>
            </a:pPr>
            <a:r>
              <a:rPr b="0" i="0" lang="en-US" sz="2800" u="none" cap="none" strike="noStrike">
                <a:solidFill>
                  <a:schemeClr val="dk1"/>
                </a:solidFill>
                <a:latin typeface="Cambria"/>
                <a:ea typeface="Cambria"/>
                <a:cs typeface="Cambria"/>
                <a:sym typeface="Cambria"/>
              </a:rPr>
              <a:t>Improve Data Integrity</a:t>
            </a:r>
            <a:endParaRPr/>
          </a:p>
          <a:p>
            <a:pPr indent="-571500" lvl="1" marL="1028700" marR="0" rtl="0" algn="l">
              <a:lnSpc>
                <a:spcPct val="90000"/>
              </a:lnSpc>
              <a:spcBef>
                <a:spcPts val="500"/>
              </a:spcBef>
              <a:spcAft>
                <a:spcPts val="0"/>
              </a:spcAft>
              <a:buClr>
                <a:schemeClr val="dk1"/>
              </a:buClr>
              <a:buSzPts val="2800"/>
              <a:buFont typeface="Corbel"/>
              <a:buAutoNum type="arabicParenR"/>
            </a:pPr>
            <a:r>
              <a:rPr b="0" i="0" lang="en-US" sz="2800" u="none" cap="none" strike="noStrike">
                <a:solidFill>
                  <a:schemeClr val="dk1"/>
                </a:solidFill>
                <a:latin typeface="Cambria"/>
                <a:ea typeface="Cambria"/>
                <a:cs typeface="Cambria"/>
                <a:sym typeface="Cambria"/>
              </a:rPr>
              <a:t>Improved Security – Client has not direct access to database.</a:t>
            </a:r>
            <a:endParaRPr/>
          </a:p>
          <a:p>
            <a:pPr indent="-571500" lvl="1" marL="1028700" marR="0" rtl="0" algn="l">
              <a:lnSpc>
                <a:spcPct val="90000"/>
              </a:lnSpc>
              <a:spcBef>
                <a:spcPts val="500"/>
              </a:spcBef>
              <a:spcAft>
                <a:spcPts val="0"/>
              </a:spcAft>
              <a:buClr>
                <a:schemeClr val="dk1"/>
              </a:buClr>
              <a:buSzPts val="2800"/>
              <a:buFont typeface="Corbel"/>
              <a:buAutoNum type="arabicParenR"/>
            </a:pPr>
            <a:r>
              <a:rPr b="0" i="0" lang="en-US" sz="2800" u="none" cap="none" strike="noStrike">
                <a:solidFill>
                  <a:schemeClr val="dk1"/>
                </a:solidFill>
                <a:latin typeface="Cambria"/>
                <a:ea typeface="Cambria"/>
                <a:cs typeface="Cambria"/>
                <a:sym typeface="Cambria"/>
              </a:rPr>
              <a:t>In three tier architecture application performance is good.</a:t>
            </a:r>
            <a:endParaRPr/>
          </a:p>
          <a:p>
            <a:pPr indent="-182880" lvl="0" marL="182880" marR="0" rtl="0" algn="l">
              <a:lnSpc>
                <a:spcPct val="90000"/>
              </a:lnSpc>
              <a:spcBef>
                <a:spcPts val="1450"/>
              </a:spcBef>
              <a:spcAft>
                <a:spcPts val="0"/>
              </a:spcAft>
              <a:buClr>
                <a:schemeClr val="dk1"/>
              </a:buClr>
              <a:buSzPts val="2800"/>
              <a:buFont typeface="Noto Sans Symbols"/>
              <a:buChar char="●"/>
            </a:pPr>
            <a:r>
              <a:rPr lang="en-US" sz="2800">
                <a:solidFill>
                  <a:schemeClr val="dk1"/>
                </a:solidFill>
                <a:latin typeface="Cambria"/>
                <a:ea typeface="Cambria"/>
                <a:cs typeface="Cambria"/>
                <a:sym typeface="Cambria"/>
              </a:rPr>
              <a:t>  Disadvantages</a:t>
            </a:r>
            <a:endParaRPr/>
          </a:p>
          <a:p>
            <a:pPr indent="-514350" lvl="1" marL="971550" marR="0" rtl="0" algn="l">
              <a:lnSpc>
                <a:spcPct val="90000"/>
              </a:lnSpc>
              <a:spcBef>
                <a:spcPts val="250"/>
              </a:spcBef>
              <a:spcAft>
                <a:spcPts val="0"/>
              </a:spcAft>
              <a:buClr>
                <a:schemeClr val="dk1"/>
              </a:buClr>
              <a:buSzPts val="2800"/>
              <a:buFont typeface="Corbel"/>
              <a:buAutoNum type="arabicParenR"/>
            </a:pPr>
            <a:r>
              <a:rPr b="0" i="0" lang="en-US" sz="2800" u="none" cap="none" strike="noStrike">
                <a:solidFill>
                  <a:schemeClr val="dk1"/>
                </a:solidFill>
                <a:latin typeface="Cambria"/>
                <a:ea typeface="Cambria"/>
                <a:cs typeface="Cambria"/>
                <a:sym typeface="Cambria"/>
              </a:rPr>
              <a:t>Increase Complexity/Effort</a:t>
            </a:r>
            <a:endParaRPr/>
          </a:p>
          <a:p>
            <a:pPr indent="-55879" lvl="0" marL="182880" marR="0" rtl="0" algn="l">
              <a:lnSpc>
                <a:spcPct val="90000"/>
              </a:lnSpc>
              <a:spcBef>
                <a:spcPts val="1450"/>
              </a:spcBef>
              <a:spcAft>
                <a:spcPts val="0"/>
              </a:spcAft>
              <a:buClr>
                <a:schemeClr val="dk1"/>
              </a:buClr>
              <a:buSzPts val="2000"/>
              <a:buFont typeface="Noto Sans Symbols"/>
              <a:buNone/>
            </a:pPr>
            <a:r>
              <a:t/>
            </a:r>
            <a:endParaRPr sz="2000">
              <a:solidFill>
                <a:schemeClr val="dk1"/>
              </a:solidFill>
              <a:latin typeface="Corbel"/>
              <a:ea typeface="Corbel"/>
              <a:cs typeface="Corbel"/>
              <a:sym typeface="Corbe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2"/>
          <p:cNvSpPr txBox="1"/>
          <p:nvPr>
            <p:ph type="title"/>
          </p:nvPr>
        </p:nvSpPr>
        <p:spPr>
          <a:xfrm>
            <a:off x="114300" y="1123837"/>
            <a:ext cx="3214687"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Data Independence</a:t>
            </a:r>
            <a:br>
              <a:rPr lang="en-US" sz="32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220" name="Google Shape;220;p22"/>
          <p:cNvSpPr txBox="1"/>
          <p:nvPr>
            <p:ph idx="1" type="body"/>
          </p:nvPr>
        </p:nvSpPr>
        <p:spPr>
          <a:xfrm>
            <a:off x="3869267" y="864108"/>
            <a:ext cx="7660745" cy="5120640"/>
          </a:xfrm>
          <a:prstGeom prst="rect">
            <a:avLst/>
          </a:prstGeom>
          <a:noFill/>
          <a:ln>
            <a:noFill/>
          </a:ln>
        </p:spPr>
        <p:txBody>
          <a:bodyPr anchorCtr="0" anchor="t" bIns="45700" lIns="91425" spcFirstLastPara="1" rIns="91425" wrap="square" tIns="45700">
            <a:noAutofit/>
          </a:bodyPr>
          <a:lstStyle/>
          <a:p>
            <a:pPr indent="-5079" lvl="0" marL="182880" marR="0" rtl="0" algn="just">
              <a:lnSpc>
                <a:spcPct val="90000"/>
              </a:lnSpc>
              <a:spcBef>
                <a:spcPts val="0"/>
              </a:spcBef>
              <a:spcAft>
                <a:spcPts val="0"/>
              </a:spcAft>
              <a:buClr>
                <a:schemeClr val="dk1"/>
              </a:buClr>
              <a:buSzPts val="2800"/>
              <a:buFont typeface="Arial"/>
              <a:buNone/>
            </a:pPr>
            <a:r>
              <a:t/>
            </a:r>
            <a:endParaRPr sz="2800">
              <a:solidFill>
                <a:schemeClr val="dk1"/>
              </a:solidFill>
              <a:latin typeface="Cambria"/>
              <a:ea typeface="Cambria"/>
              <a:cs typeface="Cambria"/>
              <a:sym typeface="Cambria"/>
            </a:endParaRPr>
          </a:p>
          <a:p>
            <a:pPr indent="-182880" lvl="0" marL="182880" marR="0" rtl="0" algn="just">
              <a:lnSpc>
                <a:spcPct val="90000"/>
              </a:lnSpc>
              <a:spcBef>
                <a:spcPts val="1200"/>
              </a:spcBef>
              <a:spcAft>
                <a:spcPts val="0"/>
              </a:spcAft>
              <a:buClr>
                <a:schemeClr val="dk1"/>
              </a:buClr>
              <a:buSzPts val="2800"/>
              <a:buFont typeface="Arial"/>
              <a:buChar char="•"/>
            </a:pPr>
            <a:r>
              <a:rPr lang="en-US" sz="2800">
                <a:solidFill>
                  <a:schemeClr val="dk1"/>
                </a:solidFill>
                <a:latin typeface="Cambria"/>
                <a:ea typeface="Cambria"/>
                <a:cs typeface="Cambria"/>
                <a:sym typeface="Cambria"/>
              </a:rPr>
              <a:t>Ability to modify a data or a structure of the database without disturbing an entire application.</a:t>
            </a:r>
            <a:endParaRPr/>
          </a:p>
          <a:p>
            <a:pPr indent="-5079" lvl="0" marL="182880" marR="0" rtl="0" algn="just">
              <a:lnSpc>
                <a:spcPct val="90000"/>
              </a:lnSpc>
              <a:spcBef>
                <a:spcPts val="1200"/>
              </a:spcBef>
              <a:spcAft>
                <a:spcPts val="0"/>
              </a:spcAft>
              <a:buClr>
                <a:schemeClr val="dk1"/>
              </a:buClr>
              <a:buSzPts val="2800"/>
              <a:buFont typeface="Arial"/>
              <a:buNone/>
            </a:pPr>
            <a:r>
              <a:t/>
            </a:r>
            <a:endParaRPr sz="2800">
              <a:solidFill>
                <a:schemeClr val="dk1"/>
              </a:solidFill>
              <a:latin typeface="Cambria"/>
              <a:ea typeface="Cambria"/>
              <a:cs typeface="Cambria"/>
              <a:sym typeface="Cambria"/>
            </a:endParaRPr>
          </a:p>
          <a:p>
            <a:pPr indent="-55879" lvl="0" marL="182880" marR="0" rtl="0" algn="l">
              <a:lnSpc>
                <a:spcPct val="90000"/>
              </a:lnSpc>
              <a:spcBef>
                <a:spcPts val="120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3"/>
          <p:cNvSpPr txBox="1"/>
          <p:nvPr>
            <p:ph type="title"/>
          </p:nvPr>
        </p:nvSpPr>
        <p:spPr>
          <a:xfrm>
            <a:off x="114300" y="1123837"/>
            <a:ext cx="3214687"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Data Independence</a:t>
            </a:r>
            <a:br>
              <a:rPr lang="en-US" sz="32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226" name="Google Shape;226;p23"/>
          <p:cNvSpPr txBox="1"/>
          <p:nvPr>
            <p:ph idx="1" type="body"/>
          </p:nvPr>
        </p:nvSpPr>
        <p:spPr>
          <a:xfrm>
            <a:off x="3869267" y="864108"/>
            <a:ext cx="7660745" cy="512064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2400"/>
              <a:buFont typeface="Noto Sans Symbols"/>
              <a:buNone/>
            </a:pPr>
            <a:r>
              <a:rPr b="1" lang="en-US" sz="2400">
                <a:solidFill>
                  <a:schemeClr val="dk1"/>
                </a:solidFill>
                <a:latin typeface="Cambria"/>
                <a:ea typeface="Cambria"/>
                <a:cs typeface="Cambria"/>
                <a:sym typeface="Cambria"/>
              </a:rPr>
              <a:t>Two levels of data independence:</a:t>
            </a:r>
            <a:endParaRPr/>
          </a:p>
          <a:p>
            <a:pPr indent="0" lvl="0" marL="0" marR="0" rtl="0" algn="just">
              <a:lnSpc>
                <a:spcPct val="90000"/>
              </a:lnSpc>
              <a:spcBef>
                <a:spcPts val="1200"/>
              </a:spcBef>
              <a:spcAft>
                <a:spcPts val="0"/>
              </a:spcAft>
              <a:buClr>
                <a:schemeClr val="dk1"/>
              </a:buClr>
              <a:buSzPts val="2400"/>
              <a:buFont typeface="Noto Sans Symbols"/>
              <a:buNone/>
            </a:pPr>
            <a:r>
              <a:t/>
            </a:r>
            <a:endParaRPr b="1" sz="2400">
              <a:solidFill>
                <a:schemeClr val="dk1"/>
              </a:solidFill>
              <a:latin typeface="Cambria"/>
              <a:ea typeface="Cambria"/>
              <a:cs typeface="Cambria"/>
              <a:sym typeface="Cambria"/>
            </a:endParaRPr>
          </a:p>
          <a:p>
            <a:pPr indent="0" lvl="0" marL="0" marR="0" rtl="0" algn="just">
              <a:lnSpc>
                <a:spcPct val="90000"/>
              </a:lnSpc>
              <a:spcBef>
                <a:spcPts val="1200"/>
              </a:spcBef>
              <a:spcAft>
                <a:spcPts val="0"/>
              </a:spcAft>
              <a:buClr>
                <a:schemeClr val="dk1"/>
              </a:buClr>
              <a:buSzPts val="2400"/>
              <a:buFont typeface="Noto Sans Symbols"/>
              <a:buNone/>
            </a:pPr>
            <a:r>
              <a:rPr b="1" lang="en-US" sz="2400">
                <a:solidFill>
                  <a:schemeClr val="dk1"/>
                </a:solidFill>
                <a:latin typeface="Cambria"/>
                <a:ea typeface="Cambria"/>
                <a:cs typeface="Cambria"/>
                <a:sym typeface="Cambria"/>
              </a:rPr>
              <a:t>Physical data independence</a:t>
            </a:r>
            <a:endParaRPr/>
          </a:p>
          <a:p>
            <a:pPr indent="0" lvl="0" marL="0" marR="0" rtl="0" algn="just">
              <a:lnSpc>
                <a:spcPct val="90000"/>
              </a:lnSpc>
              <a:spcBef>
                <a:spcPts val="1200"/>
              </a:spcBef>
              <a:spcAft>
                <a:spcPts val="0"/>
              </a:spcAft>
              <a:buClr>
                <a:schemeClr val="dk1"/>
              </a:buClr>
              <a:buSzPts val="2400"/>
              <a:buFont typeface="Noto Sans Symbols"/>
              <a:buNone/>
            </a:pPr>
            <a:r>
              <a:rPr lang="en-US" sz="2400">
                <a:solidFill>
                  <a:schemeClr val="dk1"/>
                </a:solidFill>
                <a:latin typeface="Cambria"/>
                <a:ea typeface="Cambria"/>
                <a:cs typeface="Cambria"/>
                <a:sym typeface="Cambria"/>
              </a:rPr>
              <a:t>A user is allowed to enter any type of data in relevance to Database Requirement.</a:t>
            </a:r>
            <a:endParaRPr/>
          </a:p>
          <a:p>
            <a:pPr indent="0" lvl="0" marL="0" marR="0" rtl="0" algn="just">
              <a:lnSpc>
                <a:spcPct val="90000"/>
              </a:lnSpc>
              <a:spcBef>
                <a:spcPts val="1200"/>
              </a:spcBef>
              <a:spcAft>
                <a:spcPts val="0"/>
              </a:spcAft>
              <a:buClr>
                <a:schemeClr val="dk1"/>
              </a:buClr>
              <a:buSzPts val="2400"/>
              <a:buFont typeface="Noto Sans Symbols"/>
              <a:buNone/>
            </a:pPr>
            <a:r>
              <a:t/>
            </a:r>
            <a:endParaRPr b="1" sz="2400">
              <a:solidFill>
                <a:schemeClr val="dk1"/>
              </a:solidFill>
              <a:latin typeface="Cambria"/>
              <a:ea typeface="Cambria"/>
              <a:cs typeface="Cambria"/>
              <a:sym typeface="Cambria"/>
            </a:endParaRPr>
          </a:p>
          <a:p>
            <a:pPr indent="0" lvl="0" marL="0" marR="0" rtl="0" algn="just">
              <a:lnSpc>
                <a:spcPct val="90000"/>
              </a:lnSpc>
              <a:spcBef>
                <a:spcPts val="1200"/>
              </a:spcBef>
              <a:spcAft>
                <a:spcPts val="0"/>
              </a:spcAft>
              <a:buClr>
                <a:schemeClr val="dk1"/>
              </a:buClr>
              <a:buSzPts val="2400"/>
              <a:buFont typeface="Noto Sans Symbols"/>
              <a:buNone/>
            </a:pPr>
            <a:r>
              <a:rPr b="1" lang="en-US" sz="2400">
                <a:solidFill>
                  <a:schemeClr val="dk1"/>
                </a:solidFill>
                <a:latin typeface="Cambria"/>
                <a:ea typeface="Cambria"/>
                <a:cs typeface="Cambria"/>
                <a:sym typeface="Cambria"/>
              </a:rPr>
              <a:t>Logical data independence</a:t>
            </a:r>
            <a:endParaRPr/>
          </a:p>
          <a:p>
            <a:pPr indent="0" lvl="0" marL="0" marR="0" rtl="0" algn="just">
              <a:lnSpc>
                <a:spcPct val="90000"/>
              </a:lnSpc>
              <a:spcBef>
                <a:spcPts val="1200"/>
              </a:spcBef>
              <a:spcAft>
                <a:spcPts val="0"/>
              </a:spcAft>
              <a:buClr>
                <a:schemeClr val="dk1"/>
              </a:buClr>
              <a:buSzPts val="2400"/>
              <a:buFont typeface="Noto Sans Symbols"/>
              <a:buNone/>
            </a:pPr>
            <a:r>
              <a:rPr lang="en-US" sz="2400">
                <a:solidFill>
                  <a:schemeClr val="dk1"/>
                </a:solidFill>
                <a:latin typeface="Cambria"/>
                <a:ea typeface="Cambria"/>
                <a:cs typeface="Cambria"/>
                <a:sym typeface="Cambria"/>
              </a:rPr>
              <a:t>A user can change the internal schema of the database without considering the type of data already exists in Database.</a:t>
            </a:r>
            <a:endParaRPr/>
          </a:p>
          <a:p>
            <a:pPr indent="-55879" lvl="0" marL="182880" marR="0" rtl="0" algn="l">
              <a:lnSpc>
                <a:spcPct val="90000"/>
              </a:lnSpc>
              <a:spcBef>
                <a:spcPts val="120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4"/>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Users</a:t>
            </a:r>
            <a:br>
              <a:rPr b="1" lang="en-US" sz="36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232" name="Google Shape;232;p24"/>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182880" lvl="0" marL="182880" marR="0" rtl="0" algn="just">
              <a:lnSpc>
                <a:spcPct val="90000"/>
              </a:lnSpc>
              <a:spcBef>
                <a:spcPts val="0"/>
              </a:spcBef>
              <a:spcAft>
                <a:spcPts val="0"/>
              </a:spcAft>
              <a:buClr>
                <a:schemeClr val="dk1"/>
              </a:buClr>
              <a:buSzPts val="2400"/>
              <a:buFont typeface="Noto Sans Symbols"/>
              <a:buChar char="●"/>
            </a:pPr>
            <a:r>
              <a:rPr b="1" lang="en-US" sz="2400">
                <a:solidFill>
                  <a:schemeClr val="dk1"/>
                </a:solidFill>
                <a:latin typeface="Cambria"/>
                <a:ea typeface="Cambria"/>
                <a:cs typeface="Cambria"/>
                <a:sym typeface="Cambria"/>
              </a:rPr>
              <a:t>Application programmer:  </a:t>
            </a:r>
            <a:r>
              <a:rPr lang="en-US" sz="2400">
                <a:solidFill>
                  <a:schemeClr val="dk1"/>
                </a:solidFill>
                <a:latin typeface="Cambria"/>
                <a:ea typeface="Cambria"/>
                <a:cs typeface="Cambria"/>
                <a:sym typeface="Cambria"/>
              </a:rPr>
              <a:t>writes programs in some high-level language such as Java, etc.</a:t>
            </a:r>
            <a:endParaRPr/>
          </a:p>
          <a:p>
            <a:pPr indent="-182880" lvl="0" marL="182880" marR="0" rtl="0" algn="just">
              <a:lnSpc>
                <a:spcPct val="90000"/>
              </a:lnSpc>
              <a:spcBef>
                <a:spcPts val="1200"/>
              </a:spcBef>
              <a:spcAft>
                <a:spcPts val="0"/>
              </a:spcAft>
              <a:buClr>
                <a:schemeClr val="dk1"/>
              </a:buClr>
              <a:buSzPts val="2400"/>
              <a:buFont typeface="Noto Sans Symbols"/>
              <a:buChar char="●"/>
            </a:pPr>
            <a:r>
              <a:rPr b="1" lang="en-US" sz="2400">
                <a:solidFill>
                  <a:schemeClr val="dk1"/>
                </a:solidFill>
                <a:latin typeface="Cambria"/>
                <a:ea typeface="Cambria"/>
                <a:cs typeface="Cambria"/>
                <a:sym typeface="Cambria"/>
              </a:rPr>
              <a:t>Specialized users: </a:t>
            </a:r>
            <a:r>
              <a:rPr lang="en-US" sz="2400">
                <a:solidFill>
                  <a:schemeClr val="dk1"/>
                </a:solidFill>
                <a:latin typeface="Cambria"/>
                <a:ea typeface="Cambria"/>
                <a:cs typeface="Cambria"/>
                <a:sym typeface="Cambria"/>
              </a:rPr>
              <a:t>write specialized database applications that do not fit into the traditional data processing framework.</a:t>
            </a:r>
            <a:endParaRPr/>
          </a:p>
          <a:p>
            <a:pPr indent="-182880" lvl="0" marL="182880" marR="0" rtl="0" algn="just">
              <a:lnSpc>
                <a:spcPct val="90000"/>
              </a:lnSpc>
              <a:spcBef>
                <a:spcPts val="1200"/>
              </a:spcBef>
              <a:spcAft>
                <a:spcPts val="0"/>
              </a:spcAft>
              <a:buClr>
                <a:schemeClr val="dk1"/>
              </a:buClr>
              <a:buSzPts val="2400"/>
              <a:buFont typeface="Noto Sans Symbols"/>
              <a:buChar char="●"/>
            </a:pPr>
            <a:r>
              <a:rPr b="1" lang="en-US" sz="2400">
                <a:solidFill>
                  <a:schemeClr val="dk1"/>
                </a:solidFill>
                <a:latin typeface="Cambria"/>
                <a:ea typeface="Cambria"/>
                <a:cs typeface="Cambria"/>
                <a:sym typeface="Cambria"/>
              </a:rPr>
              <a:t>Database Administrator (DBA): </a:t>
            </a:r>
            <a:r>
              <a:rPr lang="en-US" sz="2400">
                <a:solidFill>
                  <a:schemeClr val="dk1"/>
                </a:solidFill>
                <a:latin typeface="Cambria"/>
                <a:ea typeface="Cambria"/>
                <a:cs typeface="Cambria"/>
                <a:sym typeface="Cambria"/>
              </a:rPr>
              <a:t>controls all operations on the database.</a:t>
            </a:r>
            <a:endParaRPr sz="2400">
              <a:solidFill>
                <a:schemeClr val="dk1"/>
              </a:solidFill>
              <a:latin typeface="Cambria"/>
              <a:ea typeface="Cambria"/>
              <a:cs typeface="Cambria"/>
              <a:sym typeface="Cambria"/>
            </a:endParaRPr>
          </a:p>
          <a:p>
            <a:pPr indent="-182880" lvl="0" marL="182880" marR="0" rtl="0" algn="just">
              <a:lnSpc>
                <a:spcPct val="90000"/>
              </a:lnSpc>
              <a:spcBef>
                <a:spcPts val="1200"/>
              </a:spcBef>
              <a:spcAft>
                <a:spcPts val="0"/>
              </a:spcAft>
              <a:buClr>
                <a:schemeClr val="dk1"/>
              </a:buClr>
              <a:buSzPts val="2400"/>
              <a:buFont typeface="Noto Sans Symbols"/>
              <a:buChar char="●"/>
            </a:pPr>
            <a:r>
              <a:rPr b="1" lang="en-US" sz="2400">
                <a:solidFill>
                  <a:schemeClr val="dk1"/>
                </a:solidFill>
                <a:latin typeface="Cambria"/>
                <a:ea typeface="Cambria"/>
                <a:cs typeface="Cambria"/>
                <a:sym typeface="Cambria"/>
              </a:rPr>
              <a:t>Naive users</a:t>
            </a:r>
            <a:r>
              <a:rPr lang="en-US" sz="2400">
                <a:solidFill>
                  <a:schemeClr val="dk1"/>
                </a:solidFill>
                <a:latin typeface="Cambria"/>
                <a:ea typeface="Cambria"/>
                <a:cs typeface="Cambria"/>
                <a:sym typeface="Cambria"/>
              </a:rPr>
              <a:t>: invoke one of the permanent application programs that have been written previously E.g. people accessing database over the web, bank tellers, clerical staff. In short, General Users (End Users).</a:t>
            </a:r>
            <a:endParaRPr sz="2200">
              <a:solidFill>
                <a:schemeClr val="dk1"/>
              </a:solidFill>
              <a:latin typeface="Cambria"/>
              <a:ea typeface="Cambria"/>
              <a:cs typeface="Cambria"/>
              <a:sym typeface="Cambria"/>
            </a:endParaRPr>
          </a:p>
          <a:p>
            <a:pPr indent="-55879" lvl="0" marL="182880" marR="0" rtl="0" algn="l">
              <a:lnSpc>
                <a:spcPct val="90000"/>
              </a:lnSpc>
              <a:spcBef>
                <a:spcPts val="120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5"/>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Role of DBA</a:t>
            </a:r>
            <a:br>
              <a:rPr b="1" lang="en-US" sz="36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238" name="Google Shape;238;p25"/>
          <p:cNvSpPr txBox="1"/>
          <p:nvPr>
            <p:ph idx="1" type="body"/>
          </p:nvPr>
        </p:nvSpPr>
        <p:spPr>
          <a:xfrm>
            <a:off x="3600451" y="757428"/>
            <a:ext cx="8201024" cy="5334000"/>
          </a:xfrm>
          <a:prstGeom prst="rect">
            <a:avLst/>
          </a:prstGeom>
          <a:noFill/>
          <a:ln>
            <a:noFill/>
          </a:ln>
        </p:spPr>
        <p:txBody>
          <a:bodyPr anchorCtr="0" anchor="t" bIns="45700" lIns="91425" spcFirstLastPara="1" rIns="91425" wrap="square" tIns="45700">
            <a:normAutofit/>
          </a:bodyPr>
          <a:lstStyle/>
          <a:p>
            <a:pPr indent="-457200" lvl="0" marL="457200" marR="0" rtl="0" algn="just">
              <a:lnSpc>
                <a:spcPct val="90000"/>
              </a:lnSpc>
              <a:spcBef>
                <a:spcPts val="0"/>
              </a:spcBef>
              <a:spcAft>
                <a:spcPts val="0"/>
              </a:spcAft>
              <a:buClr>
                <a:schemeClr val="dk1"/>
              </a:buClr>
              <a:buSzPts val="2400"/>
              <a:buFont typeface="Corbel"/>
              <a:buAutoNum type="arabicPeriod"/>
            </a:pPr>
            <a:r>
              <a:rPr lang="en-US" sz="2400">
                <a:solidFill>
                  <a:schemeClr val="dk1"/>
                </a:solidFill>
                <a:latin typeface="Cambria"/>
                <a:ea typeface="Cambria"/>
                <a:cs typeface="Cambria"/>
                <a:sym typeface="Cambria"/>
              </a:rPr>
              <a:t>Schema Definition</a:t>
            </a:r>
            <a:endParaRPr/>
          </a:p>
          <a:p>
            <a:pPr indent="-182880" lvl="1" marL="685800" marR="0" rtl="0" algn="just">
              <a:lnSpc>
                <a:spcPct val="90000"/>
              </a:lnSpc>
              <a:spcBef>
                <a:spcPts val="250"/>
              </a:spcBef>
              <a:spcAft>
                <a:spcPts val="0"/>
              </a:spcAft>
              <a:buClr>
                <a:schemeClr val="dk1"/>
              </a:buClr>
              <a:buSzPts val="2400"/>
              <a:buFont typeface="Noto Sans Symbols"/>
              <a:buChar char="●"/>
            </a:pPr>
            <a:r>
              <a:rPr b="0" i="0" lang="en-US" sz="2400" u="none" cap="none" strike="noStrike">
                <a:solidFill>
                  <a:schemeClr val="dk1"/>
                </a:solidFill>
                <a:latin typeface="Cambria"/>
                <a:ea typeface="Cambria"/>
                <a:cs typeface="Cambria"/>
                <a:sym typeface="Cambria"/>
              </a:rPr>
              <a:t>defines the logical schema of the database. </a:t>
            </a:r>
            <a:endParaRPr/>
          </a:p>
          <a:p>
            <a:pPr indent="-457200" lvl="0" marL="457200" marR="0" rtl="0" algn="just">
              <a:lnSpc>
                <a:spcPct val="90000"/>
              </a:lnSpc>
              <a:spcBef>
                <a:spcPts val="1450"/>
              </a:spcBef>
              <a:spcAft>
                <a:spcPts val="0"/>
              </a:spcAft>
              <a:buClr>
                <a:schemeClr val="dk1"/>
              </a:buClr>
              <a:buSzPts val="2400"/>
              <a:buFont typeface="Corbel"/>
              <a:buAutoNum type="arabicPeriod"/>
            </a:pPr>
            <a:r>
              <a:rPr lang="en-US" sz="2400">
                <a:solidFill>
                  <a:schemeClr val="dk1"/>
                </a:solidFill>
                <a:latin typeface="Cambria"/>
                <a:ea typeface="Cambria"/>
                <a:cs typeface="Cambria"/>
                <a:sym typeface="Cambria"/>
              </a:rPr>
              <a:t>Storage Structure and Access Method Definition</a:t>
            </a:r>
            <a:endParaRPr/>
          </a:p>
          <a:p>
            <a:pPr indent="-182880" lvl="1" marL="685800" marR="0" rtl="0" algn="just">
              <a:lnSpc>
                <a:spcPct val="90000"/>
              </a:lnSpc>
              <a:spcBef>
                <a:spcPts val="250"/>
              </a:spcBef>
              <a:spcAft>
                <a:spcPts val="0"/>
              </a:spcAft>
              <a:buClr>
                <a:schemeClr val="dk1"/>
              </a:buClr>
              <a:buSzPts val="2400"/>
              <a:buFont typeface="Noto Sans Symbols"/>
              <a:buChar char="●"/>
            </a:pPr>
            <a:r>
              <a:rPr b="0" i="0" lang="en-US" sz="2400" u="none" cap="none" strike="noStrike">
                <a:solidFill>
                  <a:schemeClr val="dk1"/>
                </a:solidFill>
                <a:latin typeface="Cambria"/>
                <a:ea typeface="Cambria"/>
                <a:cs typeface="Cambria"/>
                <a:sym typeface="Cambria"/>
              </a:rPr>
              <a:t>decides how the data is to be represented in the database &amp; how to access it.</a:t>
            </a:r>
            <a:endParaRPr/>
          </a:p>
          <a:p>
            <a:pPr indent="-457200" lvl="0" marL="457200" marR="0" rtl="0" algn="just">
              <a:lnSpc>
                <a:spcPct val="90000"/>
              </a:lnSpc>
              <a:spcBef>
                <a:spcPts val="1450"/>
              </a:spcBef>
              <a:spcAft>
                <a:spcPts val="0"/>
              </a:spcAft>
              <a:buClr>
                <a:schemeClr val="dk1"/>
              </a:buClr>
              <a:buSzPts val="2400"/>
              <a:buFont typeface="Corbel"/>
              <a:buAutoNum type="arabicPeriod"/>
            </a:pPr>
            <a:r>
              <a:rPr lang="en-US" sz="2400">
                <a:solidFill>
                  <a:schemeClr val="dk1"/>
                </a:solidFill>
                <a:latin typeface="Cambria"/>
                <a:ea typeface="Cambria"/>
                <a:cs typeface="Cambria"/>
                <a:sym typeface="Cambria"/>
              </a:rPr>
              <a:t>Defining Security and Integrity Constraints</a:t>
            </a:r>
            <a:endParaRPr/>
          </a:p>
          <a:p>
            <a:pPr indent="-182880" lvl="1" marL="685800" marR="0" rtl="0" algn="just">
              <a:lnSpc>
                <a:spcPct val="90000"/>
              </a:lnSpc>
              <a:spcBef>
                <a:spcPts val="250"/>
              </a:spcBef>
              <a:spcAft>
                <a:spcPts val="0"/>
              </a:spcAft>
              <a:buClr>
                <a:schemeClr val="dk1"/>
              </a:buClr>
              <a:buSzPts val="2400"/>
              <a:buFont typeface="Noto Sans Symbols"/>
              <a:buChar char="●"/>
            </a:pPr>
            <a:r>
              <a:rPr b="0" i="0" lang="en-US" sz="2400" u="none" cap="none" strike="noStrike">
                <a:solidFill>
                  <a:schemeClr val="dk1"/>
                </a:solidFill>
                <a:latin typeface="Cambria"/>
                <a:ea typeface="Cambria"/>
                <a:cs typeface="Cambria"/>
                <a:sym typeface="Cambria"/>
              </a:rPr>
              <a:t>decides various security and integrity constraints.</a:t>
            </a:r>
            <a:endParaRPr/>
          </a:p>
          <a:p>
            <a:pPr indent="-457200" lvl="0" marL="457200" marR="0" rtl="0" algn="just">
              <a:lnSpc>
                <a:spcPct val="90000"/>
              </a:lnSpc>
              <a:spcBef>
                <a:spcPts val="1450"/>
              </a:spcBef>
              <a:spcAft>
                <a:spcPts val="0"/>
              </a:spcAft>
              <a:buClr>
                <a:schemeClr val="dk1"/>
              </a:buClr>
              <a:buSzPts val="2400"/>
              <a:buFont typeface="Corbel"/>
              <a:buAutoNum type="arabicPeriod"/>
            </a:pPr>
            <a:r>
              <a:rPr lang="en-US" sz="2400">
                <a:solidFill>
                  <a:schemeClr val="dk1"/>
                </a:solidFill>
                <a:latin typeface="Cambria"/>
                <a:ea typeface="Cambria"/>
                <a:cs typeface="Cambria"/>
                <a:sym typeface="Cambria"/>
              </a:rPr>
              <a:t>Granting of Authorization for Data Access</a:t>
            </a:r>
            <a:endParaRPr/>
          </a:p>
          <a:p>
            <a:pPr indent="-182880" lvl="1" marL="685800" marR="0" rtl="0" algn="just">
              <a:lnSpc>
                <a:spcPct val="90000"/>
              </a:lnSpc>
              <a:spcBef>
                <a:spcPts val="250"/>
              </a:spcBef>
              <a:spcAft>
                <a:spcPts val="0"/>
              </a:spcAft>
              <a:buClr>
                <a:schemeClr val="dk1"/>
              </a:buClr>
              <a:buSzPts val="2400"/>
              <a:buFont typeface="Noto Sans Symbols"/>
              <a:buChar char="●"/>
            </a:pPr>
            <a:r>
              <a:rPr b="0" i="0" lang="en-US" sz="2400" u="none" cap="none" strike="noStrike">
                <a:solidFill>
                  <a:schemeClr val="dk1"/>
                </a:solidFill>
                <a:latin typeface="Cambria"/>
                <a:ea typeface="Cambria"/>
                <a:cs typeface="Cambria"/>
                <a:sym typeface="Cambria"/>
              </a:rPr>
              <a:t>determines which user needs access to which part of the database.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6"/>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Role of DBA</a:t>
            </a:r>
            <a:br>
              <a:rPr b="1" lang="en-US" sz="36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244" name="Google Shape;244;p26"/>
          <p:cNvSpPr txBox="1"/>
          <p:nvPr>
            <p:ph idx="1" type="body"/>
          </p:nvPr>
        </p:nvSpPr>
        <p:spPr>
          <a:xfrm>
            <a:off x="3614738" y="757428"/>
            <a:ext cx="8186737" cy="5334000"/>
          </a:xfrm>
          <a:prstGeom prst="rect">
            <a:avLst/>
          </a:prstGeom>
          <a:noFill/>
          <a:ln>
            <a:noFill/>
          </a:ln>
        </p:spPr>
        <p:txBody>
          <a:bodyPr anchorCtr="0" anchor="t" bIns="45700" lIns="91425" spcFirstLastPara="1" rIns="91425" wrap="square" tIns="45700">
            <a:normAutofit/>
          </a:bodyPr>
          <a:lstStyle/>
          <a:p>
            <a:pPr indent="-457200" lvl="0" marL="457200" marR="0" rtl="0" algn="just">
              <a:lnSpc>
                <a:spcPct val="90000"/>
              </a:lnSpc>
              <a:spcBef>
                <a:spcPts val="0"/>
              </a:spcBef>
              <a:spcAft>
                <a:spcPts val="0"/>
              </a:spcAft>
              <a:buClr>
                <a:schemeClr val="dk1"/>
              </a:buClr>
              <a:buSzPts val="2400"/>
              <a:buFont typeface="Corbel"/>
              <a:buAutoNum type="arabicPeriod" startAt="5"/>
            </a:pPr>
            <a:r>
              <a:rPr lang="en-US" sz="2400">
                <a:solidFill>
                  <a:schemeClr val="dk1"/>
                </a:solidFill>
                <a:latin typeface="Cambria"/>
                <a:ea typeface="Cambria"/>
                <a:cs typeface="Cambria"/>
                <a:sym typeface="Cambria"/>
              </a:rPr>
              <a:t>Liaison with Users</a:t>
            </a:r>
            <a:endParaRPr/>
          </a:p>
          <a:p>
            <a:pPr indent="-182880" lvl="1" marL="685800" marR="0" rtl="0" algn="just">
              <a:lnSpc>
                <a:spcPct val="90000"/>
              </a:lnSpc>
              <a:spcBef>
                <a:spcPts val="250"/>
              </a:spcBef>
              <a:spcAft>
                <a:spcPts val="0"/>
              </a:spcAft>
              <a:buClr>
                <a:schemeClr val="dk1"/>
              </a:buClr>
              <a:buSzPts val="2400"/>
              <a:buFont typeface="Noto Sans Symbols"/>
              <a:buChar char="●"/>
            </a:pPr>
            <a:r>
              <a:rPr b="0" i="0" lang="en-US" sz="2400" u="none" cap="none" strike="noStrike">
                <a:solidFill>
                  <a:schemeClr val="dk1"/>
                </a:solidFill>
                <a:latin typeface="Cambria"/>
                <a:ea typeface="Cambria"/>
                <a:cs typeface="Cambria"/>
                <a:sym typeface="Cambria"/>
              </a:rPr>
              <a:t>provide necessary data to user.</a:t>
            </a:r>
            <a:endParaRPr/>
          </a:p>
          <a:p>
            <a:pPr indent="-457200" lvl="0" marL="457200" marR="0" rtl="0" algn="just">
              <a:lnSpc>
                <a:spcPct val="90000"/>
              </a:lnSpc>
              <a:spcBef>
                <a:spcPts val="1450"/>
              </a:spcBef>
              <a:spcAft>
                <a:spcPts val="0"/>
              </a:spcAft>
              <a:buClr>
                <a:schemeClr val="dk1"/>
              </a:buClr>
              <a:buSzPts val="2400"/>
              <a:buFont typeface="Corbel"/>
              <a:buAutoNum type="arabicPeriod" startAt="5"/>
            </a:pPr>
            <a:r>
              <a:rPr lang="en-US" sz="2400">
                <a:solidFill>
                  <a:schemeClr val="dk1"/>
                </a:solidFill>
                <a:latin typeface="Cambria"/>
                <a:ea typeface="Cambria"/>
                <a:cs typeface="Cambria"/>
                <a:sym typeface="Cambria"/>
              </a:rPr>
              <a:t>Assisting Application Programmer</a:t>
            </a:r>
            <a:endParaRPr/>
          </a:p>
          <a:p>
            <a:pPr indent="-182880" lvl="1" marL="685800" marR="0" rtl="0" algn="just">
              <a:lnSpc>
                <a:spcPct val="90000"/>
              </a:lnSpc>
              <a:spcBef>
                <a:spcPts val="250"/>
              </a:spcBef>
              <a:spcAft>
                <a:spcPts val="0"/>
              </a:spcAft>
              <a:buClr>
                <a:schemeClr val="dk1"/>
              </a:buClr>
              <a:buSzPts val="2400"/>
              <a:buFont typeface="Noto Sans Symbols"/>
              <a:buChar char="●"/>
            </a:pPr>
            <a:r>
              <a:rPr b="0" i="0" lang="en-US" sz="2400" u="none" cap="none" strike="noStrike">
                <a:solidFill>
                  <a:schemeClr val="dk1"/>
                </a:solidFill>
                <a:latin typeface="Cambria"/>
                <a:ea typeface="Cambria"/>
                <a:cs typeface="Cambria"/>
                <a:sym typeface="Cambria"/>
              </a:rPr>
              <a:t>provides assistance to application programmers to develop application programs.</a:t>
            </a:r>
            <a:endParaRPr b="0" i="0" sz="2400" u="none" cap="none" strike="noStrike">
              <a:solidFill>
                <a:schemeClr val="dk1"/>
              </a:solidFill>
              <a:latin typeface="Cambria"/>
              <a:ea typeface="Cambria"/>
              <a:cs typeface="Cambria"/>
              <a:sym typeface="Cambria"/>
            </a:endParaRPr>
          </a:p>
          <a:p>
            <a:pPr indent="-457200" lvl="0" marL="457200" marR="0" rtl="0" algn="just">
              <a:lnSpc>
                <a:spcPct val="90000"/>
              </a:lnSpc>
              <a:spcBef>
                <a:spcPts val="1450"/>
              </a:spcBef>
              <a:spcAft>
                <a:spcPts val="0"/>
              </a:spcAft>
              <a:buClr>
                <a:schemeClr val="dk1"/>
              </a:buClr>
              <a:buSzPts val="2400"/>
              <a:buFont typeface="Corbel"/>
              <a:buAutoNum type="arabicPeriod" startAt="5"/>
            </a:pPr>
            <a:r>
              <a:rPr lang="en-US" sz="2400">
                <a:solidFill>
                  <a:schemeClr val="dk1"/>
                </a:solidFill>
                <a:latin typeface="Cambria"/>
                <a:ea typeface="Cambria"/>
                <a:cs typeface="Cambria"/>
                <a:sym typeface="Cambria"/>
              </a:rPr>
              <a:t>Monitoring Performance</a:t>
            </a:r>
            <a:endParaRPr/>
          </a:p>
          <a:p>
            <a:pPr indent="-182880" lvl="1" marL="685800" marR="0" rtl="0" algn="just">
              <a:lnSpc>
                <a:spcPct val="90000"/>
              </a:lnSpc>
              <a:spcBef>
                <a:spcPts val="250"/>
              </a:spcBef>
              <a:spcAft>
                <a:spcPts val="0"/>
              </a:spcAft>
              <a:buClr>
                <a:schemeClr val="dk1"/>
              </a:buClr>
              <a:buSzPts val="2400"/>
              <a:buFont typeface="Noto Sans Symbols"/>
              <a:buChar char="●"/>
            </a:pPr>
            <a:r>
              <a:rPr b="0" i="0" lang="en-US" sz="2400" u="none" cap="none" strike="noStrike">
                <a:solidFill>
                  <a:schemeClr val="dk1"/>
                </a:solidFill>
                <a:latin typeface="Cambria"/>
                <a:ea typeface="Cambria"/>
                <a:cs typeface="Cambria"/>
                <a:sym typeface="Cambria"/>
              </a:rPr>
              <a:t>ensures that better performance is maintained by making change in physical or logical schema if required.</a:t>
            </a:r>
            <a:endParaRPr b="0" i="0" sz="2400" u="none" cap="none" strike="noStrike">
              <a:solidFill>
                <a:schemeClr val="dk1"/>
              </a:solidFill>
              <a:latin typeface="Cambria"/>
              <a:ea typeface="Cambria"/>
              <a:cs typeface="Cambria"/>
              <a:sym typeface="Cambria"/>
            </a:endParaRPr>
          </a:p>
          <a:p>
            <a:pPr indent="-457200" lvl="0" marL="457200" marR="0" rtl="0" algn="just">
              <a:lnSpc>
                <a:spcPct val="90000"/>
              </a:lnSpc>
              <a:spcBef>
                <a:spcPts val="1450"/>
              </a:spcBef>
              <a:spcAft>
                <a:spcPts val="0"/>
              </a:spcAft>
              <a:buClr>
                <a:schemeClr val="dk1"/>
              </a:buClr>
              <a:buSzPts val="2400"/>
              <a:buFont typeface="Corbel"/>
              <a:buAutoNum type="arabicPeriod" startAt="5"/>
            </a:pPr>
            <a:r>
              <a:rPr lang="en-US" sz="2400">
                <a:solidFill>
                  <a:schemeClr val="dk1"/>
                </a:solidFill>
                <a:latin typeface="Cambria"/>
                <a:ea typeface="Cambria"/>
                <a:cs typeface="Cambria"/>
                <a:sym typeface="Cambria"/>
              </a:rPr>
              <a:t>Backup and Recovery</a:t>
            </a:r>
            <a:endParaRPr/>
          </a:p>
          <a:p>
            <a:pPr indent="-182880" lvl="1" marL="685800" marR="0" rtl="0" algn="just">
              <a:lnSpc>
                <a:spcPct val="90000"/>
              </a:lnSpc>
              <a:spcBef>
                <a:spcPts val="250"/>
              </a:spcBef>
              <a:spcAft>
                <a:spcPts val="0"/>
              </a:spcAft>
              <a:buClr>
                <a:schemeClr val="dk1"/>
              </a:buClr>
              <a:buSzPts val="2400"/>
              <a:buFont typeface="Noto Sans Symbols"/>
              <a:buChar char="●"/>
            </a:pPr>
            <a:r>
              <a:rPr b="0" i="0" lang="en-US" sz="2400" u="none" cap="none" strike="noStrike">
                <a:solidFill>
                  <a:schemeClr val="dk1"/>
                </a:solidFill>
                <a:latin typeface="Cambria"/>
                <a:ea typeface="Cambria"/>
                <a:cs typeface="Cambria"/>
                <a:sym typeface="Cambria"/>
              </a:rPr>
              <a:t>backing up the database on some storage devices such as DVD, CD or Magnetic Tape or remote servers and  recover system in case of failures, such as flood or virus attack from this backup.</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7"/>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Overall Database Architecture and Components</a:t>
            </a:r>
            <a:br>
              <a:rPr b="1" lang="en-US" sz="36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250" name="Google Shape;250;p27"/>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2800"/>
              <a:buFont typeface="Noto Sans Symbols"/>
              <a:buNone/>
            </a:pPr>
            <a:r>
              <a:rPr lang="en-US" sz="2800">
                <a:solidFill>
                  <a:schemeClr val="dk1"/>
                </a:solidFill>
                <a:latin typeface="Cambria"/>
                <a:ea typeface="Cambria"/>
                <a:cs typeface="Cambria"/>
                <a:sym typeface="Cambria"/>
              </a:rPr>
              <a:t>It comprises of 4 components:</a:t>
            </a:r>
            <a:endParaRPr/>
          </a:p>
          <a:p>
            <a:pPr indent="0" lvl="0" marL="0" marR="0" rtl="0" algn="just">
              <a:lnSpc>
                <a:spcPct val="90000"/>
              </a:lnSpc>
              <a:spcBef>
                <a:spcPts val="1200"/>
              </a:spcBef>
              <a:spcAft>
                <a:spcPts val="0"/>
              </a:spcAft>
              <a:buClr>
                <a:schemeClr val="dk1"/>
              </a:buClr>
              <a:buSzPts val="2800"/>
              <a:buFont typeface="Noto Sans Symbols"/>
              <a:buNone/>
            </a:pPr>
            <a:r>
              <a:rPr lang="en-US" sz="2800">
                <a:solidFill>
                  <a:schemeClr val="dk1"/>
                </a:solidFill>
                <a:latin typeface="Cambria"/>
                <a:ea typeface="Cambria"/>
                <a:cs typeface="Cambria"/>
                <a:sym typeface="Cambria"/>
              </a:rPr>
              <a:t>1) Users</a:t>
            </a:r>
            <a:endParaRPr/>
          </a:p>
          <a:p>
            <a:pPr indent="0" lvl="0" marL="0" marR="0" rtl="0" algn="just">
              <a:lnSpc>
                <a:spcPct val="90000"/>
              </a:lnSpc>
              <a:spcBef>
                <a:spcPts val="1200"/>
              </a:spcBef>
              <a:spcAft>
                <a:spcPts val="0"/>
              </a:spcAft>
              <a:buClr>
                <a:schemeClr val="dk1"/>
              </a:buClr>
              <a:buSzPts val="2800"/>
              <a:buFont typeface="Noto Sans Symbols"/>
              <a:buNone/>
            </a:pPr>
            <a:r>
              <a:rPr lang="en-US" sz="2800">
                <a:solidFill>
                  <a:schemeClr val="dk1"/>
                </a:solidFill>
                <a:latin typeface="Cambria"/>
                <a:ea typeface="Cambria"/>
                <a:cs typeface="Cambria"/>
                <a:sym typeface="Cambria"/>
              </a:rPr>
              <a:t>2)Query Processor</a:t>
            </a:r>
            <a:endParaRPr/>
          </a:p>
          <a:p>
            <a:pPr indent="0" lvl="0" marL="0" marR="0" rtl="0" algn="just">
              <a:lnSpc>
                <a:spcPct val="90000"/>
              </a:lnSpc>
              <a:spcBef>
                <a:spcPts val="1200"/>
              </a:spcBef>
              <a:spcAft>
                <a:spcPts val="0"/>
              </a:spcAft>
              <a:buClr>
                <a:schemeClr val="dk1"/>
              </a:buClr>
              <a:buSzPts val="2800"/>
              <a:buFont typeface="Noto Sans Symbols"/>
              <a:buNone/>
            </a:pPr>
            <a:r>
              <a:rPr lang="en-US" sz="2800">
                <a:solidFill>
                  <a:schemeClr val="dk1"/>
                </a:solidFill>
                <a:latin typeface="Cambria"/>
                <a:ea typeface="Cambria"/>
                <a:cs typeface="Cambria"/>
                <a:sym typeface="Cambria"/>
              </a:rPr>
              <a:t>3)Storage Manager</a:t>
            </a:r>
            <a:endParaRPr/>
          </a:p>
          <a:p>
            <a:pPr indent="0" lvl="0" marL="0" marR="0" rtl="0" algn="just">
              <a:lnSpc>
                <a:spcPct val="90000"/>
              </a:lnSpc>
              <a:spcBef>
                <a:spcPts val="1200"/>
              </a:spcBef>
              <a:spcAft>
                <a:spcPts val="0"/>
              </a:spcAft>
              <a:buClr>
                <a:schemeClr val="dk1"/>
              </a:buClr>
              <a:buSzPts val="2800"/>
              <a:buFont typeface="Noto Sans Symbols"/>
              <a:buNone/>
            </a:pPr>
            <a:r>
              <a:rPr lang="en-US" sz="2800">
                <a:solidFill>
                  <a:schemeClr val="dk1"/>
                </a:solidFill>
                <a:latin typeface="Cambria"/>
                <a:ea typeface="Cambria"/>
                <a:cs typeface="Cambria"/>
                <a:sym typeface="Cambria"/>
              </a:rPr>
              <a:t>4)Disk Storage</a:t>
            </a:r>
            <a:endParaRPr/>
          </a:p>
          <a:p>
            <a:pPr indent="-55879" lvl="0" marL="182880" marR="0" rtl="0" algn="l">
              <a:lnSpc>
                <a:spcPct val="90000"/>
              </a:lnSpc>
              <a:spcBef>
                <a:spcPts val="120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8"/>
          <p:cNvSpPr txBox="1"/>
          <p:nvPr>
            <p:ph type="title"/>
          </p:nvPr>
        </p:nvSpPr>
        <p:spPr>
          <a:xfrm>
            <a:off x="252919" y="1123837"/>
            <a:ext cx="2749588"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Overall Database Architecture and Components</a:t>
            </a:r>
            <a:br>
              <a:rPr b="1" lang="en-US" sz="36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256" name="Google Shape;256;p28"/>
          <p:cNvSpPr txBox="1"/>
          <p:nvPr/>
        </p:nvSpPr>
        <p:spPr>
          <a:xfrm>
            <a:off x="7279776" y="1054280"/>
            <a:ext cx="548640" cy="276999"/>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orbel"/>
                <a:ea typeface="Corbel"/>
                <a:cs typeface="Corbel"/>
                <a:sym typeface="Corbel"/>
              </a:rPr>
              <a:t>uses</a:t>
            </a:r>
            <a:endParaRPr/>
          </a:p>
        </p:txBody>
      </p:sp>
      <p:sp>
        <p:nvSpPr>
          <p:cNvPr id="257" name="Google Shape;257;p28"/>
          <p:cNvSpPr txBox="1"/>
          <p:nvPr/>
        </p:nvSpPr>
        <p:spPr>
          <a:xfrm>
            <a:off x="5648713" y="1054280"/>
            <a:ext cx="548640" cy="276999"/>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orbel"/>
                <a:ea typeface="Corbel"/>
                <a:cs typeface="Corbel"/>
                <a:sym typeface="Corbel"/>
              </a:rPr>
              <a:t>write</a:t>
            </a:r>
            <a:endParaRPr/>
          </a:p>
        </p:txBody>
      </p:sp>
      <p:sp>
        <p:nvSpPr>
          <p:cNvPr id="258" name="Google Shape;258;p28"/>
          <p:cNvSpPr txBox="1"/>
          <p:nvPr/>
        </p:nvSpPr>
        <p:spPr>
          <a:xfrm>
            <a:off x="4143540" y="1054280"/>
            <a:ext cx="548640" cy="276999"/>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orbel"/>
                <a:ea typeface="Corbel"/>
                <a:cs typeface="Corbel"/>
                <a:sym typeface="Corbel"/>
              </a:rPr>
              <a:t>uses</a:t>
            </a:r>
            <a:endParaRPr/>
          </a:p>
        </p:txBody>
      </p:sp>
      <p:sp>
        <p:nvSpPr>
          <p:cNvPr id="259" name="Google Shape;259;p28"/>
          <p:cNvSpPr txBox="1"/>
          <p:nvPr/>
        </p:nvSpPr>
        <p:spPr>
          <a:xfrm>
            <a:off x="8884568" y="1054280"/>
            <a:ext cx="548640" cy="276999"/>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orbel"/>
                <a:ea typeface="Corbel"/>
                <a:cs typeface="Corbel"/>
                <a:sym typeface="Corbel"/>
              </a:rPr>
              <a:t>uses</a:t>
            </a:r>
            <a:endParaRPr/>
          </a:p>
        </p:txBody>
      </p:sp>
      <p:sp>
        <p:nvSpPr>
          <p:cNvPr id="260" name="Google Shape;260;p28"/>
          <p:cNvSpPr/>
          <p:nvPr/>
        </p:nvSpPr>
        <p:spPr>
          <a:xfrm>
            <a:off x="3853008" y="3680870"/>
            <a:ext cx="6120000" cy="967756"/>
          </a:xfrm>
          <a:prstGeom prst="roundRect">
            <a:avLst>
              <a:gd fmla="val 0" name="adj"/>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dk1"/>
              </a:solidFill>
              <a:latin typeface="Corbel"/>
              <a:ea typeface="Corbel"/>
              <a:cs typeface="Corbel"/>
              <a:sym typeface="Corbel"/>
            </a:endParaRPr>
          </a:p>
        </p:txBody>
      </p:sp>
      <p:sp>
        <p:nvSpPr>
          <p:cNvPr id="261" name="Google Shape;261;p28"/>
          <p:cNvSpPr/>
          <p:nvPr/>
        </p:nvSpPr>
        <p:spPr>
          <a:xfrm>
            <a:off x="3856079" y="2174598"/>
            <a:ext cx="6120000" cy="1442917"/>
          </a:xfrm>
          <a:prstGeom prst="roundRect">
            <a:avLst>
              <a:gd fmla="val 0" name="adj"/>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dk1"/>
              </a:solidFill>
              <a:latin typeface="Corbel"/>
              <a:ea typeface="Corbel"/>
              <a:cs typeface="Corbel"/>
              <a:sym typeface="Corbel"/>
            </a:endParaRPr>
          </a:p>
        </p:txBody>
      </p:sp>
      <p:sp>
        <p:nvSpPr>
          <p:cNvPr id="262" name="Google Shape;262;p28"/>
          <p:cNvSpPr/>
          <p:nvPr/>
        </p:nvSpPr>
        <p:spPr>
          <a:xfrm>
            <a:off x="4083477" y="607325"/>
            <a:ext cx="1069045" cy="478494"/>
          </a:xfrm>
          <a:prstGeom prst="roundRect">
            <a:avLst>
              <a:gd fmla="val 16667" name="adj"/>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Naive </a:t>
            </a:r>
            <a:endParaRPr/>
          </a:p>
          <a:p>
            <a:pPr indent="0" lvl="0" marL="0" marR="0" rtl="0" algn="ctr">
              <a:spcBef>
                <a:spcPts val="0"/>
              </a:spcBef>
              <a:spcAft>
                <a:spcPts val="0"/>
              </a:spcAft>
              <a:buNone/>
            </a:pPr>
            <a:r>
              <a:rPr b="1" lang="en-US" sz="1400">
                <a:solidFill>
                  <a:schemeClr val="dk1"/>
                </a:solidFill>
                <a:latin typeface="Calibri"/>
                <a:ea typeface="Calibri"/>
                <a:cs typeface="Calibri"/>
                <a:sym typeface="Calibri"/>
              </a:rPr>
              <a:t>user</a:t>
            </a:r>
            <a:endParaRPr/>
          </a:p>
        </p:txBody>
      </p:sp>
      <p:sp>
        <p:nvSpPr>
          <p:cNvPr id="263" name="Google Shape;263;p28"/>
          <p:cNvSpPr/>
          <p:nvPr/>
        </p:nvSpPr>
        <p:spPr>
          <a:xfrm>
            <a:off x="5439353" y="607325"/>
            <a:ext cx="1313293" cy="479515"/>
          </a:xfrm>
          <a:prstGeom prst="roundRect">
            <a:avLst>
              <a:gd fmla="val 16667" name="adj"/>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Application programmer</a:t>
            </a:r>
            <a:endParaRPr/>
          </a:p>
        </p:txBody>
      </p:sp>
      <p:sp>
        <p:nvSpPr>
          <p:cNvPr id="264" name="Google Shape;264;p28"/>
          <p:cNvSpPr/>
          <p:nvPr/>
        </p:nvSpPr>
        <p:spPr>
          <a:xfrm>
            <a:off x="7036331" y="607325"/>
            <a:ext cx="1353809" cy="479515"/>
          </a:xfrm>
          <a:prstGeom prst="roundRect">
            <a:avLst>
              <a:gd fmla="val 16667" name="adj"/>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Sophisticated</a:t>
            </a:r>
            <a:endParaRPr/>
          </a:p>
          <a:p>
            <a:pPr indent="0" lvl="0" marL="0" marR="0" rtl="0" algn="ctr">
              <a:spcBef>
                <a:spcPts val="0"/>
              </a:spcBef>
              <a:spcAft>
                <a:spcPts val="0"/>
              </a:spcAft>
              <a:buNone/>
            </a:pPr>
            <a:r>
              <a:rPr b="1" lang="en-US" sz="1400">
                <a:solidFill>
                  <a:schemeClr val="dk1"/>
                </a:solidFill>
                <a:latin typeface="Calibri"/>
                <a:ea typeface="Calibri"/>
                <a:cs typeface="Calibri"/>
                <a:sym typeface="Calibri"/>
              </a:rPr>
              <a:t>user</a:t>
            </a:r>
            <a:endParaRPr/>
          </a:p>
        </p:txBody>
      </p:sp>
      <p:sp>
        <p:nvSpPr>
          <p:cNvPr id="265" name="Google Shape;265;p28"/>
          <p:cNvSpPr/>
          <p:nvPr/>
        </p:nvSpPr>
        <p:spPr>
          <a:xfrm>
            <a:off x="8680117" y="607325"/>
            <a:ext cx="1373845" cy="479515"/>
          </a:xfrm>
          <a:prstGeom prst="roundRect">
            <a:avLst>
              <a:gd fmla="val 16667" name="adj"/>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Database administrator</a:t>
            </a:r>
            <a:endParaRPr/>
          </a:p>
        </p:txBody>
      </p:sp>
      <p:sp>
        <p:nvSpPr>
          <p:cNvPr id="266" name="Google Shape;266;p28"/>
          <p:cNvSpPr/>
          <p:nvPr/>
        </p:nvSpPr>
        <p:spPr>
          <a:xfrm>
            <a:off x="3889949" y="1325388"/>
            <a:ext cx="1463040" cy="637074"/>
          </a:xfrm>
          <a:prstGeom prst="ellipse">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Application</a:t>
            </a:r>
            <a:endParaRPr/>
          </a:p>
          <a:p>
            <a:pPr indent="0" lvl="0" marL="0" marR="0" rtl="0" algn="ctr">
              <a:spcBef>
                <a:spcPts val="0"/>
              </a:spcBef>
              <a:spcAft>
                <a:spcPts val="0"/>
              </a:spcAft>
              <a:buNone/>
            </a:pPr>
            <a:r>
              <a:rPr b="1" lang="en-US" sz="1400">
                <a:solidFill>
                  <a:schemeClr val="dk1"/>
                </a:solidFill>
                <a:latin typeface="Calibri"/>
                <a:ea typeface="Calibri"/>
                <a:cs typeface="Calibri"/>
                <a:sym typeface="Calibri"/>
              </a:rPr>
              <a:t>interfaces</a:t>
            </a:r>
            <a:endParaRPr/>
          </a:p>
        </p:txBody>
      </p:sp>
      <p:sp>
        <p:nvSpPr>
          <p:cNvPr id="267" name="Google Shape;267;p28"/>
          <p:cNvSpPr/>
          <p:nvPr/>
        </p:nvSpPr>
        <p:spPr>
          <a:xfrm>
            <a:off x="5368519" y="1325388"/>
            <a:ext cx="1463040" cy="637200"/>
          </a:xfrm>
          <a:prstGeom prst="ellipse">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Application</a:t>
            </a:r>
            <a:endParaRPr/>
          </a:p>
          <a:p>
            <a:pPr indent="0" lvl="0" marL="0" marR="0" rtl="0" algn="ctr">
              <a:spcBef>
                <a:spcPts val="0"/>
              </a:spcBef>
              <a:spcAft>
                <a:spcPts val="0"/>
              </a:spcAft>
              <a:buNone/>
            </a:pPr>
            <a:r>
              <a:rPr b="1" lang="en-US" sz="1400">
                <a:solidFill>
                  <a:schemeClr val="dk1"/>
                </a:solidFill>
                <a:latin typeface="Calibri"/>
                <a:ea typeface="Calibri"/>
                <a:cs typeface="Calibri"/>
                <a:sym typeface="Calibri"/>
              </a:rPr>
              <a:t>program</a:t>
            </a:r>
            <a:endParaRPr/>
          </a:p>
        </p:txBody>
      </p:sp>
      <p:sp>
        <p:nvSpPr>
          <p:cNvPr id="268" name="Google Shape;268;p28"/>
          <p:cNvSpPr/>
          <p:nvPr/>
        </p:nvSpPr>
        <p:spPr>
          <a:xfrm>
            <a:off x="6990610" y="1325388"/>
            <a:ext cx="1463040" cy="636129"/>
          </a:xfrm>
          <a:prstGeom prst="ellipse">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Query</a:t>
            </a:r>
            <a:endParaRPr/>
          </a:p>
          <a:p>
            <a:pPr indent="0" lvl="0" marL="0" marR="0" rtl="0" algn="ctr">
              <a:spcBef>
                <a:spcPts val="0"/>
              </a:spcBef>
              <a:spcAft>
                <a:spcPts val="0"/>
              </a:spcAft>
              <a:buNone/>
            </a:pPr>
            <a:r>
              <a:rPr b="1" lang="en-US" sz="1400">
                <a:solidFill>
                  <a:schemeClr val="dk1"/>
                </a:solidFill>
                <a:latin typeface="Calibri"/>
                <a:ea typeface="Calibri"/>
                <a:cs typeface="Calibri"/>
                <a:sym typeface="Calibri"/>
              </a:rPr>
              <a:t>tool</a:t>
            </a:r>
            <a:endParaRPr/>
          </a:p>
        </p:txBody>
      </p:sp>
      <p:sp>
        <p:nvSpPr>
          <p:cNvPr id="269" name="Google Shape;269;p28"/>
          <p:cNvSpPr/>
          <p:nvPr/>
        </p:nvSpPr>
        <p:spPr>
          <a:xfrm>
            <a:off x="8489617" y="1325388"/>
            <a:ext cx="1754845" cy="637200"/>
          </a:xfrm>
          <a:prstGeom prst="ellipse">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dk1"/>
                </a:solidFill>
                <a:latin typeface="Calibri"/>
                <a:ea typeface="Calibri"/>
                <a:cs typeface="Calibri"/>
                <a:sym typeface="Calibri"/>
              </a:rPr>
              <a:t>Administration tool</a:t>
            </a:r>
            <a:endParaRPr/>
          </a:p>
        </p:txBody>
      </p:sp>
      <p:sp>
        <p:nvSpPr>
          <p:cNvPr id="270" name="Google Shape;270;p28"/>
          <p:cNvSpPr/>
          <p:nvPr/>
        </p:nvSpPr>
        <p:spPr>
          <a:xfrm>
            <a:off x="5682844" y="2235515"/>
            <a:ext cx="1006996" cy="457200"/>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Compiler and linker</a:t>
            </a:r>
            <a:endParaRPr/>
          </a:p>
        </p:txBody>
      </p:sp>
      <p:sp>
        <p:nvSpPr>
          <p:cNvPr id="271" name="Google Shape;271;p28"/>
          <p:cNvSpPr/>
          <p:nvPr/>
        </p:nvSpPr>
        <p:spPr>
          <a:xfrm>
            <a:off x="7203415" y="2235515"/>
            <a:ext cx="1006996" cy="457200"/>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DML queries</a:t>
            </a:r>
            <a:endParaRPr/>
          </a:p>
        </p:txBody>
      </p:sp>
      <p:sp>
        <p:nvSpPr>
          <p:cNvPr id="272" name="Google Shape;272;p28"/>
          <p:cNvSpPr/>
          <p:nvPr/>
        </p:nvSpPr>
        <p:spPr>
          <a:xfrm>
            <a:off x="8863541" y="2235515"/>
            <a:ext cx="1006996" cy="457200"/>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DDL interpreter</a:t>
            </a:r>
            <a:endParaRPr/>
          </a:p>
        </p:txBody>
      </p:sp>
      <p:sp>
        <p:nvSpPr>
          <p:cNvPr id="273" name="Google Shape;273;p28"/>
          <p:cNvSpPr/>
          <p:nvPr/>
        </p:nvSpPr>
        <p:spPr>
          <a:xfrm>
            <a:off x="3975215" y="2662235"/>
            <a:ext cx="1285569" cy="640080"/>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Application program object code</a:t>
            </a:r>
            <a:endParaRPr/>
          </a:p>
        </p:txBody>
      </p:sp>
      <p:sp>
        <p:nvSpPr>
          <p:cNvPr id="274" name="Google Shape;274;p28"/>
          <p:cNvSpPr/>
          <p:nvPr/>
        </p:nvSpPr>
        <p:spPr>
          <a:xfrm>
            <a:off x="7047137" y="2833204"/>
            <a:ext cx="1335418" cy="457200"/>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DML compiler and organizer</a:t>
            </a:r>
            <a:endParaRPr/>
          </a:p>
        </p:txBody>
      </p:sp>
      <p:sp>
        <p:nvSpPr>
          <p:cNvPr id="275" name="Google Shape;275;p28"/>
          <p:cNvSpPr/>
          <p:nvPr/>
        </p:nvSpPr>
        <p:spPr>
          <a:xfrm>
            <a:off x="5442528" y="3147298"/>
            <a:ext cx="1548081" cy="457200"/>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Query evaluation engine</a:t>
            </a:r>
            <a:endParaRPr/>
          </a:p>
        </p:txBody>
      </p:sp>
      <p:sp>
        <p:nvSpPr>
          <p:cNvPr id="276" name="Google Shape;276;p28"/>
          <p:cNvSpPr/>
          <p:nvPr/>
        </p:nvSpPr>
        <p:spPr>
          <a:xfrm>
            <a:off x="4238152" y="3835714"/>
            <a:ext cx="1132658" cy="455196"/>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Buffer manager</a:t>
            </a:r>
            <a:endParaRPr/>
          </a:p>
        </p:txBody>
      </p:sp>
      <p:sp>
        <p:nvSpPr>
          <p:cNvPr id="277" name="Google Shape;277;p28"/>
          <p:cNvSpPr/>
          <p:nvPr/>
        </p:nvSpPr>
        <p:spPr>
          <a:xfrm>
            <a:off x="5603278" y="3835714"/>
            <a:ext cx="930082" cy="457200"/>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File manager</a:t>
            </a:r>
            <a:endParaRPr/>
          </a:p>
        </p:txBody>
      </p:sp>
      <p:sp>
        <p:nvSpPr>
          <p:cNvPr id="278" name="Google Shape;278;p28"/>
          <p:cNvSpPr/>
          <p:nvPr/>
        </p:nvSpPr>
        <p:spPr>
          <a:xfrm>
            <a:off x="6685864" y="3835714"/>
            <a:ext cx="1579466" cy="457200"/>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Authorization and integrity manager</a:t>
            </a:r>
            <a:endParaRPr/>
          </a:p>
        </p:txBody>
      </p:sp>
      <p:sp>
        <p:nvSpPr>
          <p:cNvPr id="279" name="Google Shape;279;p28"/>
          <p:cNvSpPr/>
          <p:nvPr/>
        </p:nvSpPr>
        <p:spPr>
          <a:xfrm>
            <a:off x="8856930" y="3670990"/>
            <a:ext cx="1097280" cy="457200"/>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Transaction manager</a:t>
            </a:r>
            <a:endParaRPr/>
          </a:p>
        </p:txBody>
      </p:sp>
      <p:sp>
        <p:nvSpPr>
          <p:cNvPr id="280" name="Google Shape;280;p28"/>
          <p:cNvSpPr/>
          <p:nvPr/>
        </p:nvSpPr>
        <p:spPr>
          <a:xfrm>
            <a:off x="4900254" y="4706418"/>
            <a:ext cx="3017520" cy="1110497"/>
          </a:xfrm>
          <a:prstGeom prst="can">
            <a:avLst>
              <a:gd fmla="val 20167" name="adj"/>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Corbel"/>
              <a:ea typeface="Corbel"/>
              <a:cs typeface="Corbel"/>
              <a:sym typeface="Corbel"/>
            </a:endParaRPr>
          </a:p>
        </p:txBody>
      </p:sp>
      <p:sp>
        <p:nvSpPr>
          <p:cNvPr id="281" name="Google Shape;281;p28"/>
          <p:cNvSpPr/>
          <p:nvPr/>
        </p:nvSpPr>
        <p:spPr>
          <a:xfrm>
            <a:off x="6470879" y="5054914"/>
            <a:ext cx="1371600" cy="288000"/>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Data dictionary</a:t>
            </a:r>
            <a:endParaRPr/>
          </a:p>
        </p:txBody>
      </p:sp>
      <p:sp>
        <p:nvSpPr>
          <p:cNvPr id="282" name="Google Shape;282;p28"/>
          <p:cNvSpPr/>
          <p:nvPr/>
        </p:nvSpPr>
        <p:spPr>
          <a:xfrm>
            <a:off x="6516599" y="5414355"/>
            <a:ext cx="1280160" cy="288000"/>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Statistical data </a:t>
            </a:r>
            <a:endParaRPr/>
          </a:p>
        </p:txBody>
      </p:sp>
      <p:sp>
        <p:nvSpPr>
          <p:cNvPr id="283" name="Google Shape;283;p28"/>
          <p:cNvSpPr/>
          <p:nvPr/>
        </p:nvSpPr>
        <p:spPr>
          <a:xfrm>
            <a:off x="5529266" y="5066401"/>
            <a:ext cx="731520" cy="288000"/>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Indices</a:t>
            </a:r>
            <a:endParaRPr/>
          </a:p>
        </p:txBody>
      </p:sp>
      <p:sp>
        <p:nvSpPr>
          <p:cNvPr id="284" name="Google Shape;284;p28"/>
          <p:cNvSpPr/>
          <p:nvPr/>
        </p:nvSpPr>
        <p:spPr>
          <a:xfrm>
            <a:off x="4978652" y="5376515"/>
            <a:ext cx="577827" cy="288000"/>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Data</a:t>
            </a:r>
            <a:endParaRPr/>
          </a:p>
        </p:txBody>
      </p:sp>
      <p:cxnSp>
        <p:nvCxnSpPr>
          <p:cNvPr id="285" name="Google Shape;285;p28"/>
          <p:cNvCxnSpPr/>
          <p:nvPr/>
        </p:nvCxnSpPr>
        <p:spPr>
          <a:xfrm flipH="1">
            <a:off x="4616641" y="1085819"/>
            <a:ext cx="2717" cy="239569"/>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286" name="Google Shape;286;p28"/>
          <p:cNvCxnSpPr/>
          <p:nvPr/>
        </p:nvCxnSpPr>
        <p:spPr>
          <a:xfrm>
            <a:off x="9365357" y="1085819"/>
            <a:ext cx="1683" cy="238548"/>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287" name="Google Shape;287;p28"/>
          <p:cNvCxnSpPr/>
          <p:nvPr/>
        </p:nvCxnSpPr>
        <p:spPr>
          <a:xfrm flipH="1">
            <a:off x="7715023" y="1085819"/>
            <a:ext cx="2717" cy="25200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288" name="Google Shape;288;p28"/>
          <p:cNvCxnSpPr/>
          <p:nvPr/>
        </p:nvCxnSpPr>
        <p:spPr>
          <a:xfrm>
            <a:off x="6095999" y="1085819"/>
            <a:ext cx="0" cy="254364"/>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289" name="Google Shape;289;p28"/>
          <p:cNvCxnSpPr/>
          <p:nvPr/>
        </p:nvCxnSpPr>
        <p:spPr>
          <a:xfrm>
            <a:off x="4617999" y="1961195"/>
            <a:ext cx="1" cy="694944"/>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290" name="Google Shape;290;p28"/>
          <p:cNvCxnSpPr/>
          <p:nvPr/>
        </p:nvCxnSpPr>
        <p:spPr>
          <a:xfrm>
            <a:off x="6105126" y="1959148"/>
            <a:ext cx="1" cy="27432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291" name="Google Shape;291;p28"/>
          <p:cNvCxnSpPr/>
          <p:nvPr/>
        </p:nvCxnSpPr>
        <p:spPr>
          <a:xfrm flipH="1">
            <a:off x="7710821" y="1956801"/>
            <a:ext cx="4829" cy="27432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292" name="Google Shape;292;p28"/>
          <p:cNvCxnSpPr/>
          <p:nvPr/>
        </p:nvCxnSpPr>
        <p:spPr>
          <a:xfrm>
            <a:off x="9367039" y="1961194"/>
            <a:ext cx="1" cy="27432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293" name="Google Shape;293;p28"/>
          <p:cNvCxnSpPr>
            <a:stCxn id="269" idx="4"/>
            <a:endCxn id="271" idx="0"/>
          </p:cNvCxnSpPr>
          <p:nvPr/>
        </p:nvCxnSpPr>
        <p:spPr>
          <a:xfrm flipH="1">
            <a:off x="7706840" y="1962588"/>
            <a:ext cx="1660200" cy="27300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294" name="Google Shape;294;p28"/>
          <p:cNvCxnSpPr/>
          <p:nvPr/>
        </p:nvCxnSpPr>
        <p:spPr>
          <a:xfrm>
            <a:off x="6689840" y="2464115"/>
            <a:ext cx="513575" cy="0"/>
          </a:xfrm>
          <a:prstGeom prst="straightConnector1">
            <a:avLst/>
          </a:prstGeom>
          <a:solidFill>
            <a:schemeClr val="lt1"/>
          </a:solidFill>
          <a:ln cap="flat" cmpd="sng" w="10775">
            <a:solidFill>
              <a:schemeClr val="accent6"/>
            </a:solidFill>
            <a:prstDash val="solid"/>
            <a:round/>
            <a:headEnd len="sm" w="sm" type="none"/>
            <a:tailEnd len="med" w="med" type="triangle"/>
          </a:ln>
        </p:spPr>
      </p:cxnSp>
      <p:cxnSp>
        <p:nvCxnSpPr>
          <p:cNvPr id="295" name="Google Shape;295;p28"/>
          <p:cNvCxnSpPr>
            <a:stCxn id="270" idx="1"/>
          </p:cNvCxnSpPr>
          <p:nvPr/>
        </p:nvCxnSpPr>
        <p:spPr>
          <a:xfrm flipH="1">
            <a:off x="4902544" y="2464115"/>
            <a:ext cx="780300" cy="201600"/>
          </a:xfrm>
          <a:prstGeom prst="bentConnector3">
            <a:avLst>
              <a:gd fmla="val 100306" name="adj1"/>
            </a:avLst>
          </a:prstGeom>
          <a:solidFill>
            <a:schemeClr val="lt1"/>
          </a:solidFill>
          <a:ln cap="flat" cmpd="sng" w="10775">
            <a:solidFill>
              <a:schemeClr val="accent6"/>
            </a:solidFill>
            <a:prstDash val="solid"/>
            <a:round/>
            <a:headEnd len="sm" w="sm" type="none"/>
            <a:tailEnd len="med" w="med" type="triangle"/>
          </a:ln>
        </p:spPr>
      </p:cxnSp>
      <p:cxnSp>
        <p:nvCxnSpPr>
          <p:cNvPr id="296" name="Google Shape;296;p28"/>
          <p:cNvCxnSpPr/>
          <p:nvPr/>
        </p:nvCxnSpPr>
        <p:spPr>
          <a:xfrm flipH="1" rot="10800000">
            <a:off x="5260784" y="2980077"/>
            <a:ext cx="853656" cy="1"/>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297" name="Google Shape;297;p28"/>
          <p:cNvCxnSpPr/>
          <p:nvPr/>
        </p:nvCxnSpPr>
        <p:spPr>
          <a:xfrm flipH="1" rot="10800000">
            <a:off x="6114440" y="2529039"/>
            <a:ext cx="1079563" cy="453193"/>
          </a:xfrm>
          <a:prstGeom prst="straightConnector1">
            <a:avLst/>
          </a:prstGeom>
          <a:solidFill>
            <a:schemeClr val="lt1"/>
          </a:solidFill>
          <a:ln cap="flat" cmpd="sng" w="10775">
            <a:solidFill>
              <a:schemeClr val="accent6"/>
            </a:solidFill>
            <a:prstDash val="solid"/>
            <a:round/>
            <a:headEnd len="sm" w="sm" type="none"/>
            <a:tailEnd len="med" w="med" type="triangle"/>
          </a:ln>
        </p:spPr>
      </p:cxnSp>
      <p:cxnSp>
        <p:nvCxnSpPr>
          <p:cNvPr id="298" name="Google Shape;298;p28"/>
          <p:cNvCxnSpPr/>
          <p:nvPr/>
        </p:nvCxnSpPr>
        <p:spPr>
          <a:xfrm>
            <a:off x="7710854" y="2687992"/>
            <a:ext cx="5931" cy="157123"/>
          </a:xfrm>
          <a:prstGeom prst="straightConnector1">
            <a:avLst/>
          </a:prstGeom>
          <a:solidFill>
            <a:schemeClr val="lt1"/>
          </a:solidFill>
          <a:ln cap="flat" cmpd="sng" w="10775">
            <a:solidFill>
              <a:schemeClr val="accent6"/>
            </a:solidFill>
            <a:prstDash val="solid"/>
            <a:round/>
            <a:headEnd len="sm" w="sm" type="none"/>
            <a:tailEnd len="med" w="med" type="triangle"/>
          </a:ln>
        </p:spPr>
      </p:cxnSp>
      <p:cxnSp>
        <p:nvCxnSpPr>
          <p:cNvPr id="299" name="Google Shape;299;p28"/>
          <p:cNvCxnSpPr>
            <a:stCxn id="273" idx="2"/>
            <a:endCxn id="275" idx="1"/>
          </p:cNvCxnSpPr>
          <p:nvPr/>
        </p:nvCxnSpPr>
        <p:spPr>
          <a:xfrm flipH="1" rot="-5400000">
            <a:off x="4993450" y="2926865"/>
            <a:ext cx="73500" cy="824400"/>
          </a:xfrm>
          <a:prstGeom prst="bentConnector2">
            <a:avLst/>
          </a:prstGeom>
          <a:solidFill>
            <a:schemeClr val="lt1"/>
          </a:solidFill>
          <a:ln cap="flat" cmpd="sng" w="10775">
            <a:solidFill>
              <a:schemeClr val="accent6"/>
            </a:solidFill>
            <a:prstDash val="solid"/>
            <a:round/>
            <a:headEnd len="sm" w="sm" type="none"/>
            <a:tailEnd len="med" w="med" type="triangle"/>
          </a:ln>
        </p:spPr>
      </p:cxnSp>
      <p:cxnSp>
        <p:nvCxnSpPr>
          <p:cNvPr id="300" name="Google Shape;300;p28"/>
          <p:cNvCxnSpPr>
            <a:stCxn id="274" idx="2"/>
            <a:endCxn id="275" idx="3"/>
          </p:cNvCxnSpPr>
          <p:nvPr/>
        </p:nvCxnSpPr>
        <p:spPr>
          <a:xfrm rot="5400000">
            <a:off x="7309996" y="2971054"/>
            <a:ext cx="85500" cy="724200"/>
          </a:xfrm>
          <a:prstGeom prst="bentConnector2">
            <a:avLst/>
          </a:prstGeom>
          <a:solidFill>
            <a:schemeClr val="lt1"/>
          </a:solidFill>
          <a:ln cap="flat" cmpd="sng" w="10775">
            <a:solidFill>
              <a:schemeClr val="accent6"/>
            </a:solidFill>
            <a:prstDash val="solid"/>
            <a:round/>
            <a:headEnd len="sm" w="sm" type="none"/>
            <a:tailEnd len="med" w="med" type="triangle"/>
          </a:ln>
        </p:spPr>
      </p:cxnSp>
      <p:sp>
        <p:nvSpPr>
          <p:cNvPr id="301" name="Google Shape;301;p28"/>
          <p:cNvSpPr txBox="1"/>
          <p:nvPr/>
        </p:nvSpPr>
        <p:spPr>
          <a:xfrm>
            <a:off x="8364547" y="3271301"/>
            <a:ext cx="1620000" cy="338554"/>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Corbel"/>
                <a:ea typeface="Corbel"/>
                <a:cs typeface="Corbel"/>
                <a:sym typeface="Corbel"/>
              </a:rPr>
              <a:t>Query processor</a:t>
            </a:r>
            <a:endParaRPr/>
          </a:p>
        </p:txBody>
      </p:sp>
      <p:sp>
        <p:nvSpPr>
          <p:cNvPr id="302" name="Google Shape;302;p28"/>
          <p:cNvSpPr txBox="1"/>
          <p:nvPr/>
        </p:nvSpPr>
        <p:spPr>
          <a:xfrm>
            <a:off x="8344886" y="4169805"/>
            <a:ext cx="1620000" cy="584775"/>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Corbel"/>
                <a:ea typeface="Corbel"/>
                <a:cs typeface="Corbel"/>
                <a:sym typeface="Corbel"/>
              </a:rPr>
              <a:t>Storage manager</a:t>
            </a:r>
            <a:endParaRPr/>
          </a:p>
        </p:txBody>
      </p:sp>
      <p:sp>
        <p:nvSpPr>
          <p:cNvPr id="303" name="Google Shape;303;p28"/>
          <p:cNvSpPr txBox="1"/>
          <p:nvPr/>
        </p:nvSpPr>
        <p:spPr>
          <a:xfrm>
            <a:off x="8336689" y="5131115"/>
            <a:ext cx="1620000" cy="338554"/>
          </a:xfrm>
          <a:prstGeom prst="rect">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Corbel"/>
                <a:ea typeface="Corbel"/>
                <a:cs typeface="Corbel"/>
                <a:sym typeface="Corbel"/>
              </a:rPr>
              <a:t>Disk storage</a:t>
            </a:r>
            <a:endParaRPr/>
          </a:p>
        </p:txBody>
      </p:sp>
      <p:cxnSp>
        <p:nvCxnSpPr>
          <p:cNvPr id="304" name="Google Shape;304;p28"/>
          <p:cNvCxnSpPr>
            <a:stCxn id="275" idx="2"/>
            <a:endCxn id="276" idx="0"/>
          </p:cNvCxnSpPr>
          <p:nvPr/>
        </p:nvCxnSpPr>
        <p:spPr>
          <a:xfrm flipH="1">
            <a:off x="4804469" y="3604498"/>
            <a:ext cx="1412100" cy="23130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305" name="Google Shape;305;p28"/>
          <p:cNvCxnSpPr>
            <a:stCxn id="275" idx="2"/>
            <a:endCxn id="277" idx="0"/>
          </p:cNvCxnSpPr>
          <p:nvPr/>
        </p:nvCxnSpPr>
        <p:spPr>
          <a:xfrm flipH="1">
            <a:off x="6068369" y="3604498"/>
            <a:ext cx="148200" cy="23130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306" name="Google Shape;306;p28"/>
          <p:cNvCxnSpPr>
            <a:stCxn id="275" idx="2"/>
            <a:endCxn id="278" idx="0"/>
          </p:cNvCxnSpPr>
          <p:nvPr/>
        </p:nvCxnSpPr>
        <p:spPr>
          <a:xfrm>
            <a:off x="6216569" y="3604498"/>
            <a:ext cx="1259100" cy="23130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307" name="Google Shape;307;p28"/>
          <p:cNvCxnSpPr>
            <a:stCxn id="275" idx="2"/>
          </p:cNvCxnSpPr>
          <p:nvPr/>
        </p:nvCxnSpPr>
        <p:spPr>
          <a:xfrm>
            <a:off x="6216569" y="3604498"/>
            <a:ext cx="2561100" cy="20220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308" name="Google Shape;308;p28"/>
          <p:cNvCxnSpPr>
            <a:stCxn id="276" idx="2"/>
            <a:endCxn id="284" idx="0"/>
          </p:cNvCxnSpPr>
          <p:nvPr/>
        </p:nvCxnSpPr>
        <p:spPr>
          <a:xfrm>
            <a:off x="4804481" y="4290910"/>
            <a:ext cx="463200" cy="108570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309" name="Google Shape;309;p28"/>
          <p:cNvCxnSpPr>
            <a:stCxn id="276" idx="2"/>
            <a:endCxn id="283" idx="0"/>
          </p:cNvCxnSpPr>
          <p:nvPr/>
        </p:nvCxnSpPr>
        <p:spPr>
          <a:xfrm>
            <a:off x="4804481" y="4290910"/>
            <a:ext cx="1090500" cy="77550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310" name="Google Shape;310;p28"/>
          <p:cNvCxnSpPr>
            <a:stCxn id="277" idx="2"/>
            <a:endCxn id="283" idx="0"/>
          </p:cNvCxnSpPr>
          <p:nvPr/>
        </p:nvCxnSpPr>
        <p:spPr>
          <a:xfrm flipH="1">
            <a:off x="5894919" y="4292914"/>
            <a:ext cx="173400" cy="77340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311" name="Google Shape;311;p28"/>
          <p:cNvCxnSpPr>
            <a:stCxn id="277" idx="2"/>
            <a:endCxn id="284" idx="0"/>
          </p:cNvCxnSpPr>
          <p:nvPr/>
        </p:nvCxnSpPr>
        <p:spPr>
          <a:xfrm flipH="1">
            <a:off x="5267619" y="4292914"/>
            <a:ext cx="800700" cy="108360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312" name="Google Shape;312;p28"/>
          <p:cNvCxnSpPr>
            <a:stCxn id="278" idx="2"/>
            <a:endCxn id="281" idx="0"/>
          </p:cNvCxnSpPr>
          <p:nvPr/>
        </p:nvCxnSpPr>
        <p:spPr>
          <a:xfrm flipH="1">
            <a:off x="7156697" y="4292914"/>
            <a:ext cx="318900" cy="76200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313" name="Google Shape;313;p28"/>
          <p:cNvCxnSpPr>
            <a:stCxn id="274" idx="2"/>
            <a:endCxn id="281" idx="0"/>
          </p:cNvCxnSpPr>
          <p:nvPr/>
        </p:nvCxnSpPr>
        <p:spPr>
          <a:xfrm flipH="1">
            <a:off x="7156546" y="3290404"/>
            <a:ext cx="558300" cy="176460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314" name="Google Shape;314;p28"/>
          <p:cNvCxnSpPr/>
          <p:nvPr/>
        </p:nvCxnSpPr>
        <p:spPr>
          <a:xfrm flipH="1">
            <a:off x="6391979" y="4521515"/>
            <a:ext cx="8883" cy="99991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315" name="Google Shape;315;p28"/>
          <p:cNvCxnSpPr>
            <a:endCxn id="282" idx="1"/>
          </p:cNvCxnSpPr>
          <p:nvPr/>
        </p:nvCxnSpPr>
        <p:spPr>
          <a:xfrm>
            <a:off x="6392099" y="5521455"/>
            <a:ext cx="124500" cy="36900"/>
          </a:xfrm>
          <a:prstGeom prst="straightConnector1">
            <a:avLst/>
          </a:prstGeom>
          <a:solidFill>
            <a:schemeClr val="lt1"/>
          </a:solidFill>
          <a:ln cap="flat" cmpd="sng" w="10775">
            <a:solidFill>
              <a:schemeClr val="accent6"/>
            </a:solidFill>
            <a:prstDash val="solid"/>
            <a:round/>
            <a:headEnd len="sm" w="sm" type="none"/>
            <a:tailEnd len="sm" w="sm" type="none"/>
          </a:ln>
        </p:spPr>
      </p:cxnSp>
      <p:cxnSp>
        <p:nvCxnSpPr>
          <p:cNvPr id="316" name="Google Shape;316;p28"/>
          <p:cNvCxnSpPr/>
          <p:nvPr/>
        </p:nvCxnSpPr>
        <p:spPr>
          <a:xfrm flipH="1" rot="10800000">
            <a:off x="6400862" y="4521515"/>
            <a:ext cx="914400" cy="5960"/>
          </a:xfrm>
          <a:prstGeom prst="straightConnector1">
            <a:avLst/>
          </a:prstGeom>
          <a:solidFill>
            <a:schemeClr val="lt1"/>
          </a:solidFill>
          <a:ln cap="flat" cmpd="sng" w="10775">
            <a:solidFill>
              <a:schemeClr val="accent6"/>
            </a:solidFill>
            <a:prstDash val="solid"/>
            <a:round/>
            <a:headEnd len="sm" w="sm" type="none"/>
            <a:tailEnd len="sm" w="sm" type="none"/>
          </a:ln>
        </p:spPr>
      </p:cxnSp>
      <p:sp>
        <p:nvSpPr>
          <p:cNvPr id="317" name="Google Shape;317;p28"/>
          <p:cNvSpPr/>
          <p:nvPr/>
        </p:nvSpPr>
        <p:spPr>
          <a:xfrm>
            <a:off x="10052279" y="2387915"/>
            <a:ext cx="1485900" cy="933549"/>
          </a:xfrm>
          <a:prstGeom prst="wedgeRoundRectCallout">
            <a:avLst>
              <a:gd fmla="val -62859" name="adj1"/>
              <a:gd fmla="val 62598" name="adj2"/>
              <a:gd fmla="val 16667" name="adj3"/>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orbel"/>
                <a:ea typeface="Corbel"/>
                <a:cs typeface="Corbel"/>
                <a:sym typeface="Corbel"/>
              </a:rPr>
              <a:t>Deals with execution of DDL and DML statements</a:t>
            </a:r>
            <a:endParaRPr b="1" sz="1400">
              <a:solidFill>
                <a:schemeClr val="dk1"/>
              </a:solidFill>
              <a:latin typeface="Corbel"/>
              <a:ea typeface="Corbel"/>
              <a:cs typeface="Corbel"/>
              <a:sym typeface="Corbel"/>
            </a:endParaRPr>
          </a:p>
        </p:txBody>
      </p:sp>
      <p:sp>
        <p:nvSpPr>
          <p:cNvPr id="318" name="Google Shape;318;p28"/>
          <p:cNvSpPr/>
          <p:nvPr/>
        </p:nvSpPr>
        <p:spPr>
          <a:xfrm>
            <a:off x="10028952" y="4646346"/>
            <a:ext cx="1808351" cy="1251801"/>
          </a:xfrm>
          <a:prstGeom prst="wedgeRoundRectCallout">
            <a:avLst>
              <a:gd fmla="val -57836" name="adj1"/>
              <a:gd fmla="val -58339" name="adj2"/>
              <a:gd fmla="val 16667" name="adj3"/>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orbel"/>
                <a:ea typeface="Corbel"/>
                <a:cs typeface="Corbel"/>
                <a:sym typeface="Corbel"/>
              </a:rPr>
              <a:t>Provides interface between low-level data stored and application program or queries</a:t>
            </a:r>
            <a:endParaRPr/>
          </a:p>
        </p:txBody>
      </p:sp>
      <p:sp>
        <p:nvSpPr>
          <p:cNvPr id="319" name="Google Shape;319;p28"/>
          <p:cNvSpPr/>
          <p:nvPr/>
        </p:nvSpPr>
        <p:spPr>
          <a:xfrm>
            <a:off x="10058742" y="2143946"/>
            <a:ext cx="1573288" cy="1111211"/>
          </a:xfrm>
          <a:prstGeom prst="wedgeRoundRectCallout">
            <a:avLst>
              <a:gd fmla="val -75967" name="adj1"/>
              <a:gd fmla="val -21302" name="adj2"/>
              <a:gd fmla="val 16667" name="adj3"/>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orbel"/>
                <a:ea typeface="Corbel"/>
                <a:cs typeface="Corbel"/>
                <a:sym typeface="Corbel"/>
              </a:rPr>
              <a:t>Interprets DDL statements into a set of tables containing metadata</a:t>
            </a:r>
            <a:endParaRPr b="1" sz="1400">
              <a:solidFill>
                <a:schemeClr val="dk1"/>
              </a:solidFill>
              <a:latin typeface="Corbel"/>
              <a:ea typeface="Corbel"/>
              <a:cs typeface="Corbel"/>
              <a:sym typeface="Corbel"/>
            </a:endParaRPr>
          </a:p>
        </p:txBody>
      </p:sp>
      <p:sp>
        <p:nvSpPr>
          <p:cNvPr id="320" name="Google Shape;320;p28"/>
          <p:cNvSpPr/>
          <p:nvPr/>
        </p:nvSpPr>
        <p:spPr>
          <a:xfrm>
            <a:off x="10098824" y="1936902"/>
            <a:ext cx="1671927" cy="1645920"/>
          </a:xfrm>
          <a:prstGeom prst="wedgeRoundRectCallout">
            <a:avLst>
              <a:gd fmla="val -153676" name="adj1"/>
              <a:gd fmla="val 17324" name="adj2"/>
              <a:gd fmla="val 16667" name="adj3"/>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orbel"/>
                <a:ea typeface="Corbel"/>
                <a:cs typeface="Corbel"/>
                <a:sym typeface="Corbel"/>
              </a:rPr>
              <a:t>Translates DML statements into low level instructions that the query evaluation engine understands</a:t>
            </a:r>
            <a:endParaRPr b="1" sz="1400">
              <a:solidFill>
                <a:schemeClr val="dk1"/>
              </a:solidFill>
              <a:latin typeface="Corbel"/>
              <a:ea typeface="Corbel"/>
              <a:cs typeface="Corbel"/>
              <a:sym typeface="Corbel"/>
            </a:endParaRPr>
          </a:p>
        </p:txBody>
      </p:sp>
      <p:sp>
        <p:nvSpPr>
          <p:cNvPr id="321" name="Google Shape;321;p28"/>
          <p:cNvSpPr/>
          <p:nvPr/>
        </p:nvSpPr>
        <p:spPr>
          <a:xfrm>
            <a:off x="10314427" y="353125"/>
            <a:ext cx="1671927" cy="1124866"/>
          </a:xfrm>
          <a:prstGeom prst="wedgeRoundRectCallout">
            <a:avLst>
              <a:gd fmla="val -272700" name="adj1"/>
              <a:gd fmla="val 202329" name="adj2"/>
              <a:gd fmla="val 16667" name="adj3"/>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orbel"/>
                <a:ea typeface="Corbel"/>
                <a:cs typeface="Corbel"/>
                <a:sym typeface="Corbel"/>
              </a:rPr>
              <a:t>Executes low level instructions generated by DML compiler.</a:t>
            </a:r>
            <a:endParaRPr b="1" sz="1400">
              <a:solidFill>
                <a:schemeClr val="dk1"/>
              </a:solidFill>
              <a:latin typeface="Corbel"/>
              <a:ea typeface="Corbel"/>
              <a:cs typeface="Corbel"/>
              <a:sym typeface="Corbel"/>
            </a:endParaRPr>
          </a:p>
        </p:txBody>
      </p:sp>
      <p:sp>
        <p:nvSpPr>
          <p:cNvPr id="322" name="Google Shape;322;p28"/>
          <p:cNvSpPr/>
          <p:nvPr/>
        </p:nvSpPr>
        <p:spPr>
          <a:xfrm>
            <a:off x="10183735" y="3708438"/>
            <a:ext cx="1808351" cy="799624"/>
          </a:xfrm>
          <a:prstGeom prst="wedgeRoundRectCallout">
            <a:avLst>
              <a:gd fmla="val -78765" name="adj1"/>
              <a:gd fmla="val -36355" name="adj2"/>
              <a:gd fmla="val 16667" name="adj3"/>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orbel"/>
                <a:ea typeface="Corbel"/>
                <a:cs typeface="Corbel"/>
                <a:sym typeface="Corbel"/>
              </a:rPr>
              <a:t>Preserves atomicity and controls concurrency</a:t>
            </a:r>
            <a:endParaRPr b="1" sz="1400">
              <a:solidFill>
                <a:schemeClr val="dk1"/>
              </a:solidFill>
              <a:latin typeface="Corbel"/>
              <a:ea typeface="Corbel"/>
              <a:cs typeface="Corbel"/>
              <a:sym typeface="Corbel"/>
            </a:endParaRPr>
          </a:p>
        </p:txBody>
      </p:sp>
      <p:sp>
        <p:nvSpPr>
          <p:cNvPr id="323" name="Google Shape;323;p28"/>
          <p:cNvSpPr/>
          <p:nvPr/>
        </p:nvSpPr>
        <p:spPr>
          <a:xfrm>
            <a:off x="4944295" y="5974629"/>
            <a:ext cx="1808351" cy="971282"/>
          </a:xfrm>
          <a:prstGeom prst="wedgeRoundRectCallout">
            <a:avLst>
              <a:gd fmla="val 51459" name="adj1"/>
              <a:gd fmla="val -227696" name="adj2"/>
              <a:gd fmla="val 16667" name="adj3"/>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orbel"/>
                <a:ea typeface="Corbel"/>
                <a:cs typeface="Corbel"/>
                <a:sym typeface="Corbel"/>
              </a:rPr>
              <a:t>Checks the authority of users to access data and integrity constraints</a:t>
            </a:r>
            <a:endParaRPr b="1" sz="1400">
              <a:solidFill>
                <a:schemeClr val="dk1"/>
              </a:solidFill>
              <a:latin typeface="Corbel"/>
              <a:ea typeface="Corbel"/>
              <a:cs typeface="Corbel"/>
              <a:sym typeface="Corbel"/>
            </a:endParaRPr>
          </a:p>
        </p:txBody>
      </p:sp>
      <p:sp>
        <p:nvSpPr>
          <p:cNvPr id="324" name="Google Shape;324;p28"/>
          <p:cNvSpPr/>
          <p:nvPr/>
        </p:nvSpPr>
        <p:spPr>
          <a:xfrm>
            <a:off x="2804668" y="4290910"/>
            <a:ext cx="1808351" cy="971282"/>
          </a:xfrm>
          <a:prstGeom prst="wedgeRoundRectCallout">
            <a:avLst>
              <a:gd fmla="val 116367" name="adj1"/>
              <a:gd fmla="val -75228" name="adj2"/>
              <a:gd fmla="val 16667" name="adj3"/>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orbel"/>
                <a:ea typeface="Corbel"/>
                <a:cs typeface="Corbel"/>
                <a:sym typeface="Corbel"/>
              </a:rPr>
              <a:t>Manages allocation of space on disk storage</a:t>
            </a:r>
            <a:endParaRPr b="1" sz="1400">
              <a:solidFill>
                <a:schemeClr val="dk1"/>
              </a:solidFill>
              <a:latin typeface="Corbel"/>
              <a:ea typeface="Corbel"/>
              <a:cs typeface="Corbel"/>
              <a:sym typeface="Corbel"/>
            </a:endParaRPr>
          </a:p>
        </p:txBody>
      </p:sp>
      <p:sp>
        <p:nvSpPr>
          <p:cNvPr id="325" name="Google Shape;325;p28"/>
          <p:cNvSpPr/>
          <p:nvPr/>
        </p:nvSpPr>
        <p:spPr>
          <a:xfrm>
            <a:off x="1999679" y="2953016"/>
            <a:ext cx="1881685" cy="971282"/>
          </a:xfrm>
          <a:prstGeom prst="wedgeRoundRectCallout">
            <a:avLst>
              <a:gd fmla="val 68104" name="adj1"/>
              <a:gd fmla="val 51450" name="adj2"/>
              <a:gd fmla="val 16667" name="adj3"/>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orbel"/>
                <a:ea typeface="Corbel"/>
                <a:cs typeface="Corbel"/>
                <a:sym typeface="Corbel"/>
              </a:rPr>
              <a:t>Fetches data from disk storage to memory for being used</a:t>
            </a:r>
            <a:endParaRPr b="1" sz="1400">
              <a:solidFill>
                <a:schemeClr val="dk1"/>
              </a:solidFill>
              <a:latin typeface="Corbel"/>
              <a:ea typeface="Corbel"/>
              <a:cs typeface="Corbel"/>
              <a:sym typeface="Corbel"/>
            </a:endParaRPr>
          </a:p>
        </p:txBody>
      </p:sp>
      <p:sp>
        <p:nvSpPr>
          <p:cNvPr id="326" name="Google Shape;326;p28"/>
          <p:cNvSpPr/>
          <p:nvPr/>
        </p:nvSpPr>
        <p:spPr>
          <a:xfrm>
            <a:off x="7860825" y="5560715"/>
            <a:ext cx="1808351" cy="289110"/>
          </a:xfrm>
          <a:prstGeom prst="wedgeRoundRectCallout">
            <a:avLst>
              <a:gd fmla="val -58702" name="adj1"/>
              <a:gd fmla="val -138903" name="adj2"/>
              <a:gd fmla="val 16667" name="adj3"/>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orbel"/>
                <a:ea typeface="Corbel"/>
                <a:cs typeface="Corbel"/>
                <a:sym typeface="Corbel"/>
              </a:rPr>
              <a:t>To store metadata</a:t>
            </a:r>
            <a:endParaRPr b="1" sz="1400">
              <a:solidFill>
                <a:schemeClr val="dk1"/>
              </a:solidFill>
              <a:latin typeface="Corbel"/>
              <a:ea typeface="Corbel"/>
              <a:cs typeface="Corbel"/>
              <a:sym typeface="Corbel"/>
            </a:endParaRPr>
          </a:p>
        </p:txBody>
      </p:sp>
      <p:sp>
        <p:nvSpPr>
          <p:cNvPr id="327" name="Google Shape;327;p28"/>
          <p:cNvSpPr/>
          <p:nvPr/>
        </p:nvSpPr>
        <p:spPr>
          <a:xfrm>
            <a:off x="2600819" y="5484326"/>
            <a:ext cx="1881685" cy="503521"/>
          </a:xfrm>
          <a:prstGeom prst="wedgeRoundRectCallout">
            <a:avLst>
              <a:gd fmla="val 110999" name="adj1"/>
              <a:gd fmla="val -96387" name="adj2"/>
              <a:gd fmla="val 16667" name="adj3"/>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orbel"/>
                <a:ea typeface="Corbel"/>
                <a:cs typeface="Corbel"/>
                <a:sym typeface="Corbel"/>
              </a:rPr>
              <a:t>To provide faster access to data items</a:t>
            </a:r>
            <a:endParaRPr b="1" sz="1400">
              <a:solidFill>
                <a:schemeClr val="dk1"/>
              </a:solidFill>
              <a:latin typeface="Corbel"/>
              <a:ea typeface="Corbel"/>
              <a:cs typeface="Corbel"/>
              <a:sym typeface="Corbel"/>
            </a:endParaRPr>
          </a:p>
        </p:txBody>
      </p:sp>
      <p:sp>
        <p:nvSpPr>
          <p:cNvPr id="328" name="Google Shape;328;p28"/>
          <p:cNvSpPr/>
          <p:nvPr/>
        </p:nvSpPr>
        <p:spPr>
          <a:xfrm>
            <a:off x="2652905" y="6083299"/>
            <a:ext cx="1881685" cy="503521"/>
          </a:xfrm>
          <a:prstGeom prst="wedgeRoundRectCallout">
            <a:avLst>
              <a:gd fmla="val 74541" name="adj1"/>
              <a:gd fmla="val -121936" name="adj2"/>
              <a:gd fmla="val 16667" name="adj3"/>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orbel"/>
                <a:ea typeface="Corbel"/>
                <a:cs typeface="Corbel"/>
                <a:sym typeface="Corbel"/>
              </a:rPr>
              <a:t>To store user data</a:t>
            </a:r>
            <a:endParaRPr b="1" sz="1400">
              <a:solidFill>
                <a:schemeClr val="dk1"/>
              </a:solidFill>
              <a:latin typeface="Corbel"/>
              <a:ea typeface="Corbel"/>
              <a:cs typeface="Corbel"/>
              <a:sym typeface="Corbel"/>
            </a:endParaRPr>
          </a:p>
        </p:txBody>
      </p:sp>
      <p:sp>
        <p:nvSpPr>
          <p:cNvPr id="329" name="Google Shape;329;p28"/>
          <p:cNvSpPr/>
          <p:nvPr/>
        </p:nvSpPr>
        <p:spPr>
          <a:xfrm>
            <a:off x="8249433" y="5973508"/>
            <a:ext cx="2312273" cy="683141"/>
          </a:xfrm>
          <a:prstGeom prst="wedgeRoundRectCallout">
            <a:avLst>
              <a:gd fmla="val -104516" name="adj1"/>
              <a:gd fmla="val -80703" name="adj2"/>
              <a:gd fmla="val 16667" name="adj3"/>
            </a:avLst>
          </a:prstGeom>
          <a:solidFill>
            <a:schemeClr val="lt1"/>
          </a:solidFill>
          <a:ln cap="flat" cmpd="sng" w="107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orbel"/>
                <a:ea typeface="Corbel"/>
                <a:cs typeface="Corbel"/>
                <a:sym typeface="Corbel"/>
              </a:rPr>
              <a:t>To store statistical information about the data</a:t>
            </a:r>
            <a:endParaRPr b="1" sz="1400">
              <a:solidFill>
                <a:schemeClr val="dk1"/>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17"/>
                                        </p:tgtEl>
                                      </p:cBhvr>
                                    </p:animEffect>
                                    <p:set>
                                      <p:cBhvr>
                                        <p:cTn dur="1" fill="hold">
                                          <p:stCondLst>
                                            <p:cond delay="500"/>
                                          </p:stCondLst>
                                        </p:cTn>
                                        <p:tgtEl>
                                          <p:spTgt spid="3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19"/>
                                        </p:tgtEl>
                                      </p:cBhvr>
                                    </p:animEffect>
                                    <p:set>
                                      <p:cBhvr>
                                        <p:cTn dur="1" fill="hold">
                                          <p:stCondLst>
                                            <p:cond delay="500"/>
                                          </p:stCondLst>
                                        </p:cTn>
                                        <p:tgtEl>
                                          <p:spTgt spid="31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0"/>
                                        </p:tgtEl>
                                      </p:cBhvr>
                                    </p:animEffect>
                                    <p:set>
                                      <p:cBhvr>
                                        <p:cTn dur="1" fill="hold">
                                          <p:stCondLst>
                                            <p:cond delay="500"/>
                                          </p:stCondLst>
                                        </p:cTn>
                                        <p:tgtEl>
                                          <p:spTgt spid="3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1"/>
                                        </p:tgtEl>
                                      </p:cBhvr>
                                    </p:animEffect>
                                    <p:set>
                                      <p:cBhvr>
                                        <p:cTn dur="1" fill="hold">
                                          <p:stCondLst>
                                            <p:cond delay="500"/>
                                          </p:stCondLst>
                                        </p:cTn>
                                        <p:tgtEl>
                                          <p:spTgt spid="32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18"/>
                                        </p:tgtEl>
                                      </p:cBhvr>
                                    </p:animEffect>
                                    <p:set>
                                      <p:cBhvr>
                                        <p:cTn dur="1" fill="hold">
                                          <p:stCondLst>
                                            <p:cond delay="500"/>
                                          </p:stCondLst>
                                        </p:cTn>
                                        <p:tgtEl>
                                          <p:spTgt spid="3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2"/>
                                        </p:tgtEl>
                                      </p:cBhvr>
                                    </p:animEffect>
                                    <p:set>
                                      <p:cBhvr>
                                        <p:cTn dur="1" fill="hold">
                                          <p:stCondLst>
                                            <p:cond delay="500"/>
                                          </p:stCondLst>
                                        </p:cTn>
                                        <p:tgtEl>
                                          <p:spTgt spid="32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3"/>
                                        </p:tgtEl>
                                      </p:cBhvr>
                                    </p:animEffect>
                                    <p:set>
                                      <p:cBhvr>
                                        <p:cTn dur="1" fill="hold">
                                          <p:stCondLst>
                                            <p:cond delay="500"/>
                                          </p:stCondLst>
                                        </p:cTn>
                                        <p:tgtEl>
                                          <p:spTgt spid="32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4"/>
                                        </p:tgtEl>
                                      </p:cBhvr>
                                    </p:animEffect>
                                    <p:set>
                                      <p:cBhvr>
                                        <p:cTn dur="1" fill="hold">
                                          <p:stCondLst>
                                            <p:cond delay="500"/>
                                          </p:stCondLst>
                                        </p:cTn>
                                        <p:tgtEl>
                                          <p:spTgt spid="32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5"/>
                                        </p:tgtEl>
                                      </p:cBhvr>
                                    </p:animEffect>
                                    <p:set>
                                      <p:cBhvr>
                                        <p:cTn dur="1" fill="hold">
                                          <p:stCondLst>
                                            <p:cond delay="500"/>
                                          </p:stCondLst>
                                        </p:cTn>
                                        <p:tgtEl>
                                          <p:spTgt spid="3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6"/>
                                        </p:tgtEl>
                                      </p:cBhvr>
                                    </p:animEffect>
                                    <p:set>
                                      <p:cBhvr>
                                        <p:cTn dur="1" fill="hold">
                                          <p:stCondLst>
                                            <p:cond delay="500"/>
                                          </p:stCondLst>
                                        </p:cTn>
                                        <p:tgtEl>
                                          <p:spTgt spid="3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7"/>
                                        </p:tgtEl>
                                      </p:cBhvr>
                                    </p:animEffect>
                                    <p:set>
                                      <p:cBhvr>
                                        <p:cTn dur="1" fill="hold">
                                          <p:stCondLst>
                                            <p:cond delay="500"/>
                                          </p:stCondLst>
                                        </p:cTn>
                                        <p:tgtEl>
                                          <p:spTgt spid="3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8"/>
                                        </p:tgtEl>
                                      </p:cBhvr>
                                    </p:animEffect>
                                    <p:set>
                                      <p:cBhvr>
                                        <p:cTn dur="1" fill="hold">
                                          <p:stCondLst>
                                            <p:cond delay="500"/>
                                          </p:stCondLst>
                                        </p:cTn>
                                        <p:tgtEl>
                                          <p:spTgt spid="3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9"/>
                                        </p:tgtEl>
                                      </p:cBhvr>
                                    </p:animEffect>
                                    <p:set>
                                      <p:cBhvr>
                                        <p:cTn dur="1" fill="hold">
                                          <p:stCondLst>
                                            <p:cond delay="500"/>
                                          </p:stCondLst>
                                        </p:cTn>
                                        <p:tgtEl>
                                          <p:spTgt spid="32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9"/>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MCQs</a:t>
            </a:r>
            <a:endParaRPr sz="3600">
              <a:solidFill>
                <a:srgbClr val="FFFFFF"/>
              </a:solidFill>
              <a:latin typeface="Corbel"/>
              <a:ea typeface="Corbel"/>
              <a:cs typeface="Corbel"/>
              <a:sym typeface="Corbel"/>
            </a:endParaRPr>
          </a:p>
        </p:txBody>
      </p:sp>
      <p:graphicFrame>
        <p:nvGraphicFramePr>
          <p:cNvPr id="335" name="Google Shape;335;p29"/>
          <p:cNvGraphicFramePr/>
          <p:nvPr/>
        </p:nvGraphicFramePr>
        <p:xfrm>
          <a:off x="3866249" y="944621"/>
          <a:ext cx="3000000" cy="3000000"/>
        </p:xfrm>
        <a:graphic>
          <a:graphicData uri="http://schemas.openxmlformats.org/drawingml/2006/table">
            <a:tbl>
              <a:tblPr>
                <a:noFill/>
                <a:tableStyleId>{79B08520-F3EC-4458-B514-326BF4F29C87}</a:tableStyleId>
              </a:tblPr>
              <a:tblGrid>
                <a:gridCol w="4499825"/>
                <a:gridCol w="3371000"/>
              </a:tblGrid>
              <a:tr h="872875">
                <a:tc gridSpan="2">
                  <a:txBody>
                    <a:bodyPr/>
                    <a:lstStyle/>
                    <a:p>
                      <a:pPr indent="0" lvl="0" marL="50800" marR="0" rtl="0" algn="l">
                        <a:lnSpc>
                          <a:spcPct val="115000"/>
                        </a:lnSpc>
                        <a:spcBef>
                          <a:spcPts val="0"/>
                        </a:spcBef>
                        <a:spcAft>
                          <a:spcPts val="0"/>
                        </a:spcAft>
                        <a:buNone/>
                      </a:pPr>
                      <a:r>
                        <a:rPr b="1" lang="en-US" sz="3200" u="none" cap="none" strike="noStrike">
                          <a:latin typeface="Cambria Math"/>
                          <a:ea typeface="Cambria Math"/>
                          <a:cs typeface="Cambria Math"/>
                          <a:sym typeface="Cambria Math"/>
                        </a:rPr>
                        <a:t>The view of total database content is</a:t>
                      </a:r>
                      <a:endParaRPr b="1" sz="3200" u="none" cap="none" strike="noStrike">
                        <a:latin typeface="Cambria Math"/>
                        <a:ea typeface="Cambria Math"/>
                        <a:cs typeface="Cambria Math"/>
                        <a:sym typeface="Cambria Math"/>
                      </a:endParaRPr>
                    </a:p>
                  </a:txBody>
                  <a:tcPr marT="0" marB="0" marR="0" marL="0" anchor="b"/>
                </a:tc>
                <a:tc hMerge="1"/>
              </a:tr>
              <a:tr h="1827025">
                <a:tc>
                  <a:txBody>
                    <a:bodyPr/>
                    <a:lstStyle/>
                    <a:p>
                      <a:pPr indent="0" lvl="0" marL="50800" marR="0" rtl="0" algn="l">
                        <a:lnSpc>
                          <a:spcPct val="115000"/>
                        </a:lnSpc>
                        <a:spcBef>
                          <a:spcPts val="0"/>
                        </a:spcBef>
                        <a:spcAft>
                          <a:spcPts val="0"/>
                        </a:spcAft>
                        <a:buNone/>
                      </a:pPr>
                      <a:r>
                        <a:rPr lang="en-US" sz="3200" u="none" cap="none" strike="noStrike">
                          <a:latin typeface="Cambria Math"/>
                          <a:ea typeface="Cambria Math"/>
                          <a:cs typeface="Cambria Math"/>
                          <a:sym typeface="Cambria Math"/>
                        </a:rPr>
                        <a:t>(A) Conceptual view</a:t>
                      </a:r>
                      <a:endParaRPr sz="3200" u="none" cap="none" strike="noStrike">
                        <a:latin typeface="Cambria Math"/>
                        <a:ea typeface="Cambria Math"/>
                        <a:cs typeface="Cambria Math"/>
                        <a:sym typeface="Cambria Math"/>
                      </a:endParaRPr>
                    </a:p>
                  </a:txBody>
                  <a:tcPr marT="0" marB="0" marR="0" marL="0" anchor="b"/>
                </a:tc>
                <a:tc>
                  <a:txBody>
                    <a:bodyPr/>
                    <a:lstStyle/>
                    <a:p>
                      <a:pPr indent="0" lvl="0" marL="114300" marR="0" rtl="0" algn="l">
                        <a:lnSpc>
                          <a:spcPct val="115000"/>
                        </a:lnSpc>
                        <a:spcBef>
                          <a:spcPts val="0"/>
                        </a:spcBef>
                        <a:spcAft>
                          <a:spcPts val="0"/>
                        </a:spcAft>
                        <a:buNone/>
                      </a:pPr>
                      <a:r>
                        <a:rPr lang="en-US" sz="3200" u="none" cap="none" strike="noStrike">
                          <a:latin typeface="Cambria Math"/>
                          <a:ea typeface="Cambria Math"/>
                          <a:cs typeface="Cambria Math"/>
                          <a:sym typeface="Cambria Math"/>
                        </a:rPr>
                        <a:t>B) Internal view.</a:t>
                      </a:r>
                      <a:endParaRPr sz="3200" u="none" cap="none" strike="noStrike">
                        <a:latin typeface="Cambria Math"/>
                        <a:ea typeface="Cambria Math"/>
                        <a:cs typeface="Cambria Math"/>
                        <a:sym typeface="Cambria Math"/>
                      </a:endParaRPr>
                    </a:p>
                  </a:txBody>
                  <a:tcPr marT="0" marB="0" marR="0" marL="0" anchor="b"/>
                </a:tc>
              </a:tr>
              <a:tr h="872875">
                <a:tc>
                  <a:txBody>
                    <a:bodyPr/>
                    <a:lstStyle/>
                    <a:p>
                      <a:pPr indent="0" lvl="0" marL="50800" marR="0" rtl="0" algn="l">
                        <a:lnSpc>
                          <a:spcPct val="115000"/>
                        </a:lnSpc>
                        <a:spcBef>
                          <a:spcPts val="0"/>
                        </a:spcBef>
                        <a:spcAft>
                          <a:spcPts val="0"/>
                        </a:spcAft>
                        <a:buNone/>
                      </a:pPr>
                      <a:r>
                        <a:rPr lang="en-US" sz="3200" u="none" cap="none" strike="noStrike">
                          <a:latin typeface="Cambria Math"/>
                          <a:ea typeface="Cambria Math"/>
                          <a:cs typeface="Cambria Math"/>
                          <a:sym typeface="Cambria Math"/>
                        </a:rPr>
                        <a:t>(C) External view.</a:t>
                      </a:r>
                      <a:endParaRPr sz="3200" u="none" cap="none" strike="noStrike">
                        <a:latin typeface="Cambria Math"/>
                        <a:ea typeface="Cambria Math"/>
                        <a:cs typeface="Cambria Math"/>
                        <a:sym typeface="Cambria Math"/>
                      </a:endParaRPr>
                    </a:p>
                  </a:txBody>
                  <a:tcPr marT="0" marB="0" marR="0" marL="0" anchor="b"/>
                </a:tc>
                <a:tc>
                  <a:txBody>
                    <a:bodyPr/>
                    <a:lstStyle/>
                    <a:p>
                      <a:pPr indent="0" lvl="0" marL="76200" marR="0" rtl="0" algn="l">
                        <a:lnSpc>
                          <a:spcPct val="115000"/>
                        </a:lnSpc>
                        <a:spcBef>
                          <a:spcPts val="0"/>
                        </a:spcBef>
                        <a:spcAft>
                          <a:spcPts val="0"/>
                        </a:spcAft>
                        <a:buNone/>
                      </a:pPr>
                      <a:r>
                        <a:rPr lang="en-US" sz="3200" u="none" cap="none" strike="noStrike">
                          <a:latin typeface="Cambria Math"/>
                          <a:ea typeface="Cambria Math"/>
                          <a:cs typeface="Cambria Math"/>
                          <a:sym typeface="Cambria Math"/>
                        </a:rPr>
                        <a:t>(D) Physical View.</a:t>
                      </a:r>
                      <a:endParaRPr sz="3200" u="none" cap="none" strike="noStrike">
                        <a:latin typeface="Cambria Math"/>
                        <a:ea typeface="Cambria Math"/>
                        <a:cs typeface="Cambria Math"/>
                        <a:sym typeface="Cambria Math"/>
                      </a:endParaRPr>
                    </a:p>
                  </a:txBody>
                  <a:tcPr marT="0" marB="0" marR="0" marL="0" anchor="b"/>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0"/>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MCQs</a:t>
            </a:r>
            <a:endParaRPr sz="3600">
              <a:solidFill>
                <a:srgbClr val="FFFFFF"/>
              </a:solidFill>
              <a:latin typeface="Corbel"/>
              <a:ea typeface="Corbel"/>
              <a:cs typeface="Corbel"/>
              <a:sym typeface="Corbel"/>
            </a:endParaRPr>
          </a:p>
        </p:txBody>
      </p:sp>
      <p:sp>
        <p:nvSpPr>
          <p:cNvPr id="341" name="Google Shape;341;p30"/>
          <p:cNvSpPr/>
          <p:nvPr/>
        </p:nvSpPr>
        <p:spPr>
          <a:xfrm>
            <a:off x="3671248" y="845157"/>
            <a:ext cx="7983940" cy="4008277"/>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3200">
                <a:solidFill>
                  <a:schemeClr val="dk1"/>
                </a:solidFill>
                <a:latin typeface="Cambria Math"/>
                <a:ea typeface="Cambria Math"/>
                <a:cs typeface="Cambria Math"/>
                <a:sym typeface="Cambria Math"/>
              </a:rPr>
              <a:t>The security features of the database are set up by the _______.</a:t>
            </a:r>
            <a:endParaRPr/>
          </a:p>
          <a:p>
            <a:pPr indent="0" lvl="0" marL="0" marR="0" rtl="0" algn="l">
              <a:lnSpc>
                <a:spcPct val="115000"/>
              </a:lnSpc>
              <a:spcBef>
                <a:spcPts val="0"/>
              </a:spcBef>
              <a:spcAft>
                <a:spcPts val="0"/>
              </a:spcAft>
              <a:buNone/>
            </a:pPr>
            <a:r>
              <a:t/>
            </a:r>
            <a:endParaRPr sz="3200">
              <a:solidFill>
                <a:schemeClr val="dk1"/>
              </a:solidFill>
              <a:latin typeface="Cambria Math"/>
              <a:ea typeface="Cambria Math"/>
              <a:cs typeface="Cambria Math"/>
              <a:sym typeface="Cambria Math"/>
            </a:endParaRPr>
          </a:p>
          <a:p>
            <a:pPr indent="-342900" lvl="0" marL="342900" marR="0" rtl="0" algn="l">
              <a:lnSpc>
                <a:spcPct val="115000"/>
              </a:lnSpc>
              <a:spcBef>
                <a:spcPts val="0"/>
              </a:spcBef>
              <a:spcAft>
                <a:spcPts val="0"/>
              </a:spcAft>
              <a:buClr>
                <a:schemeClr val="dk1"/>
              </a:buClr>
              <a:buSzPts val="3200"/>
              <a:buFont typeface="Corbel"/>
              <a:buAutoNum type="alphaUcPeriod"/>
            </a:pPr>
            <a:r>
              <a:rPr lang="en-US" sz="3200">
                <a:solidFill>
                  <a:schemeClr val="dk1"/>
                </a:solidFill>
                <a:latin typeface="Cambria Math"/>
                <a:ea typeface="Cambria Math"/>
                <a:cs typeface="Cambria Math"/>
                <a:sym typeface="Cambria Math"/>
              </a:rPr>
              <a:t>Online Users </a:t>
            </a:r>
            <a:endParaRPr sz="3200">
              <a:solidFill>
                <a:schemeClr val="dk1"/>
              </a:solidFill>
              <a:latin typeface="Cambria Math"/>
              <a:ea typeface="Cambria Math"/>
              <a:cs typeface="Cambria Math"/>
              <a:sym typeface="Cambria Math"/>
            </a:endParaRPr>
          </a:p>
          <a:p>
            <a:pPr indent="-342900" lvl="0" marL="342900" marR="0" rtl="0" algn="l">
              <a:lnSpc>
                <a:spcPct val="115000"/>
              </a:lnSpc>
              <a:spcBef>
                <a:spcPts val="0"/>
              </a:spcBef>
              <a:spcAft>
                <a:spcPts val="0"/>
              </a:spcAft>
              <a:buClr>
                <a:schemeClr val="dk1"/>
              </a:buClr>
              <a:buSzPts val="3200"/>
              <a:buFont typeface="Corbel"/>
              <a:buAutoNum type="alphaUcPeriod"/>
            </a:pPr>
            <a:r>
              <a:rPr lang="en-US" sz="3200">
                <a:solidFill>
                  <a:schemeClr val="dk1"/>
                </a:solidFill>
                <a:latin typeface="Cambria Math"/>
                <a:ea typeface="Cambria Math"/>
                <a:cs typeface="Cambria Math"/>
                <a:sym typeface="Cambria Math"/>
              </a:rPr>
              <a:t>Database Administrator </a:t>
            </a:r>
            <a:endParaRPr sz="3200">
              <a:solidFill>
                <a:schemeClr val="dk1"/>
              </a:solidFill>
              <a:latin typeface="Cambria Math"/>
              <a:ea typeface="Cambria Math"/>
              <a:cs typeface="Cambria Math"/>
              <a:sym typeface="Cambria Math"/>
            </a:endParaRPr>
          </a:p>
          <a:p>
            <a:pPr indent="-342900" lvl="0" marL="342900" marR="0" rtl="0" algn="l">
              <a:lnSpc>
                <a:spcPct val="115000"/>
              </a:lnSpc>
              <a:spcBef>
                <a:spcPts val="0"/>
              </a:spcBef>
              <a:spcAft>
                <a:spcPts val="0"/>
              </a:spcAft>
              <a:buClr>
                <a:schemeClr val="dk1"/>
              </a:buClr>
              <a:buSzPts val="3200"/>
              <a:buFont typeface="Corbel"/>
              <a:buAutoNum type="alphaUcPeriod"/>
            </a:pPr>
            <a:r>
              <a:rPr lang="en-US" sz="3200">
                <a:solidFill>
                  <a:schemeClr val="dk1"/>
                </a:solidFill>
                <a:latin typeface="Cambria Math"/>
                <a:ea typeface="Cambria Math"/>
                <a:cs typeface="Cambria Math"/>
                <a:sym typeface="Cambria Math"/>
              </a:rPr>
              <a:t>Naive Users </a:t>
            </a:r>
            <a:endParaRPr sz="3200">
              <a:solidFill>
                <a:schemeClr val="dk1"/>
              </a:solidFill>
              <a:latin typeface="Cambria Math"/>
              <a:ea typeface="Cambria Math"/>
              <a:cs typeface="Cambria Math"/>
              <a:sym typeface="Cambria Math"/>
            </a:endParaRPr>
          </a:p>
          <a:p>
            <a:pPr indent="-342900" lvl="0" marL="342900" marR="0" rtl="0" algn="l">
              <a:lnSpc>
                <a:spcPct val="115000"/>
              </a:lnSpc>
              <a:spcBef>
                <a:spcPts val="0"/>
              </a:spcBef>
              <a:spcAft>
                <a:spcPts val="0"/>
              </a:spcAft>
              <a:buClr>
                <a:schemeClr val="dk1"/>
              </a:buClr>
              <a:buSzPts val="3200"/>
              <a:buFont typeface="Corbel"/>
              <a:buAutoNum type="alphaUcPeriod"/>
            </a:pPr>
            <a:r>
              <a:rPr lang="en-US" sz="3200">
                <a:solidFill>
                  <a:schemeClr val="dk1"/>
                </a:solidFill>
                <a:latin typeface="Cambria Math"/>
                <a:ea typeface="Cambria Math"/>
                <a:cs typeface="Cambria Math"/>
                <a:sym typeface="Cambria Math"/>
              </a:rPr>
              <a:t>Application Programmer </a:t>
            </a:r>
            <a:endParaRPr sz="3200">
              <a:solidFill>
                <a:schemeClr val="dk1"/>
              </a:solidFill>
              <a:latin typeface="Cambria Math"/>
              <a:ea typeface="Cambria Math"/>
              <a:cs typeface="Cambria Math"/>
              <a:sym typeface="Cambria Math"/>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1"/>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MCQs</a:t>
            </a:r>
            <a:endParaRPr sz="3600">
              <a:solidFill>
                <a:srgbClr val="FFFFFF"/>
              </a:solidFill>
              <a:latin typeface="Corbel"/>
              <a:ea typeface="Corbel"/>
              <a:cs typeface="Corbel"/>
              <a:sym typeface="Corbel"/>
            </a:endParaRPr>
          </a:p>
        </p:txBody>
      </p:sp>
      <p:sp>
        <p:nvSpPr>
          <p:cNvPr id="347" name="Google Shape;347;p31"/>
          <p:cNvSpPr/>
          <p:nvPr/>
        </p:nvSpPr>
        <p:spPr>
          <a:xfrm>
            <a:off x="3989695" y="776767"/>
            <a:ext cx="7733732" cy="570720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3200">
                <a:solidFill>
                  <a:schemeClr val="dk1"/>
                </a:solidFill>
                <a:latin typeface="Cambria Math"/>
                <a:ea typeface="Cambria Math"/>
                <a:cs typeface="Cambria Math"/>
                <a:sym typeface="Cambria Math"/>
              </a:rPr>
              <a:t>Which of the following are the roles of the Database Administrator:</a:t>
            </a:r>
            <a:br>
              <a:rPr b="1" lang="en-US" sz="3200">
                <a:solidFill>
                  <a:schemeClr val="dk1"/>
                </a:solidFill>
                <a:latin typeface="Cambria Math"/>
                <a:ea typeface="Cambria Math"/>
                <a:cs typeface="Cambria Math"/>
                <a:sym typeface="Cambria Math"/>
              </a:rPr>
            </a:br>
            <a:r>
              <a:rPr lang="en-US" sz="3200">
                <a:solidFill>
                  <a:schemeClr val="dk1"/>
                </a:solidFill>
                <a:latin typeface="Cambria Math"/>
                <a:ea typeface="Cambria Math"/>
                <a:cs typeface="Cambria Math"/>
                <a:sym typeface="Cambria Math"/>
              </a:rPr>
              <a:t>a) Managing security issues</a:t>
            </a:r>
            <a:br>
              <a:rPr lang="en-US" sz="3200">
                <a:solidFill>
                  <a:schemeClr val="dk1"/>
                </a:solidFill>
                <a:latin typeface="Cambria Math"/>
                <a:ea typeface="Cambria Math"/>
                <a:cs typeface="Cambria Math"/>
                <a:sym typeface="Cambria Math"/>
              </a:rPr>
            </a:br>
            <a:r>
              <a:rPr lang="en-US" sz="3200">
                <a:solidFill>
                  <a:schemeClr val="dk1"/>
                </a:solidFill>
                <a:latin typeface="Cambria Math"/>
                <a:ea typeface="Cambria Math"/>
                <a:cs typeface="Cambria Math"/>
                <a:sym typeface="Cambria Math"/>
              </a:rPr>
              <a:t>b) Storage structure definition</a:t>
            </a:r>
            <a:br>
              <a:rPr lang="en-US" sz="3200">
                <a:solidFill>
                  <a:schemeClr val="dk1"/>
                </a:solidFill>
                <a:latin typeface="Cambria Math"/>
                <a:ea typeface="Cambria Math"/>
                <a:cs typeface="Cambria Math"/>
                <a:sym typeface="Cambria Math"/>
              </a:rPr>
            </a:br>
            <a:r>
              <a:rPr lang="en-US" sz="3200">
                <a:solidFill>
                  <a:schemeClr val="dk1"/>
                </a:solidFill>
                <a:latin typeface="Cambria Math"/>
                <a:ea typeface="Cambria Math"/>
                <a:cs typeface="Cambria Math"/>
                <a:sym typeface="Cambria Math"/>
              </a:rPr>
              <a:t>c) Develop application programs</a:t>
            </a:r>
            <a:br>
              <a:rPr lang="en-US" sz="3200">
                <a:solidFill>
                  <a:schemeClr val="dk1"/>
                </a:solidFill>
                <a:latin typeface="Cambria Math"/>
                <a:ea typeface="Cambria Math"/>
                <a:cs typeface="Cambria Math"/>
                <a:sym typeface="Cambria Math"/>
              </a:rPr>
            </a:br>
            <a:r>
              <a:rPr lang="en-US" sz="3200">
                <a:solidFill>
                  <a:schemeClr val="dk1"/>
                </a:solidFill>
                <a:latin typeface="Cambria Math"/>
                <a:ea typeface="Cambria Math"/>
                <a:cs typeface="Cambria Math"/>
                <a:sym typeface="Cambria Math"/>
              </a:rPr>
              <a:t>d) Take backups of the database</a:t>
            </a:r>
            <a:endParaRPr sz="3200">
              <a:solidFill>
                <a:schemeClr val="dk1"/>
              </a:solidFill>
              <a:latin typeface="Cambria Math"/>
              <a:ea typeface="Cambria Math"/>
              <a:cs typeface="Cambria Math"/>
              <a:sym typeface="Cambria Math"/>
            </a:endParaRPr>
          </a:p>
          <a:p>
            <a:pPr indent="-342900" lvl="0" marL="342900" marR="0" rtl="0" algn="l">
              <a:lnSpc>
                <a:spcPct val="115000"/>
              </a:lnSpc>
              <a:spcBef>
                <a:spcPts val="0"/>
              </a:spcBef>
              <a:spcAft>
                <a:spcPts val="0"/>
              </a:spcAft>
              <a:buClr>
                <a:schemeClr val="dk1"/>
              </a:buClr>
              <a:buSzPts val="3200"/>
              <a:buFont typeface="Corbel"/>
              <a:buAutoNum type="alphaUcPeriod"/>
            </a:pPr>
            <a:r>
              <a:rPr lang="en-US" sz="3200">
                <a:solidFill>
                  <a:schemeClr val="dk1"/>
                </a:solidFill>
                <a:latin typeface="Cambria Math"/>
                <a:ea typeface="Cambria Math"/>
                <a:cs typeface="Cambria Math"/>
                <a:sym typeface="Cambria Math"/>
              </a:rPr>
              <a:t> a </a:t>
            </a:r>
            <a:endParaRPr sz="3200">
              <a:solidFill>
                <a:schemeClr val="dk1"/>
              </a:solidFill>
              <a:latin typeface="Cambria Math"/>
              <a:ea typeface="Cambria Math"/>
              <a:cs typeface="Cambria Math"/>
              <a:sym typeface="Cambria Math"/>
            </a:endParaRPr>
          </a:p>
          <a:p>
            <a:pPr indent="-342900" lvl="0" marL="342900" marR="0" rtl="0" algn="l">
              <a:lnSpc>
                <a:spcPct val="115000"/>
              </a:lnSpc>
              <a:spcBef>
                <a:spcPts val="0"/>
              </a:spcBef>
              <a:spcAft>
                <a:spcPts val="0"/>
              </a:spcAft>
              <a:buClr>
                <a:schemeClr val="dk1"/>
              </a:buClr>
              <a:buSzPts val="3200"/>
              <a:buFont typeface="Corbel"/>
              <a:buAutoNum type="alphaUcPeriod"/>
            </a:pPr>
            <a:r>
              <a:rPr lang="en-US" sz="3200">
                <a:solidFill>
                  <a:schemeClr val="dk1"/>
                </a:solidFill>
                <a:latin typeface="Cambria Math"/>
                <a:ea typeface="Cambria Math"/>
                <a:cs typeface="Cambria Math"/>
                <a:sym typeface="Cambria Math"/>
              </a:rPr>
              <a:t> a,b,c </a:t>
            </a:r>
            <a:endParaRPr sz="3200">
              <a:solidFill>
                <a:schemeClr val="dk1"/>
              </a:solidFill>
              <a:latin typeface="Cambria Math"/>
              <a:ea typeface="Cambria Math"/>
              <a:cs typeface="Cambria Math"/>
              <a:sym typeface="Cambria Math"/>
            </a:endParaRPr>
          </a:p>
          <a:p>
            <a:pPr indent="-342900" lvl="0" marL="342900" marR="0" rtl="0" algn="l">
              <a:lnSpc>
                <a:spcPct val="115000"/>
              </a:lnSpc>
              <a:spcBef>
                <a:spcPts val="0"/>
              </a:spcBef>
              <a:spcAft>
                <a:spcPts val="0"/>
              </a:spcAft>
              <a:buClr>
                <a:schemeClr val="dk1"/>
              </a:buClr>
              <a:buSzPts val="3200"/>
              <a:buFont typeface="Corbel"/>
              <a:buAutoNum type="alphaUcPeriod"/>
            </a:pPr>
            <a:r>
              <a:rPr lang="en-US" sz="3200">
                <a:solidFill>
                  <a:schemeClr val="dk1"/>
                </a:solidFill>
                <a:latin typeface="Cambria Math"/>
                <a:ea typeface="Cambria Math"/>
                <a:cs typeface="Cambria Math"/>
                <a:sym typeface="Cambria Math"/>
              </a:rPr>
              <a:t> a,b,d </a:t>
            </a:r>
            <a:endParaRPr sz="3200">
              <a:solidFill>
                <a:schemeClr val="dk1"/>
              </a:solidFill>
              <a:latin typeface="Cambria Math"/>
              <a:ea typeface="Cambria Math"/>
              <a:cs typeface="Cambria Math"/>
              <a:sym typeface="Cambria Math"/>
            </a:endParaRPr>
          </a:p>
          <a:p>
            <a:pPr indent="-342900" lvl="0" marL="342900" marR="0" rtl="0" algn="l">
              <a:lnSpc>
                <a:spcPct val="115000"/>
              </a:lnSpc>
              <a:spcBef>
                <a:spcPts val="0"/>
              </a:spcBef>
              <a:spcAft>
                <a:spcPts val="0"/>
              </a:spcAft>
              <a:buClr>
                <a:schemeClr val="dk1"/>
              </a:buClr>
              <a:buSzPts val="3200"/>
              <a:buFont typeface="Corbel"/>
              <a:buAutoNum type="alphaUcPeriod"/>
            </a:pPr>
            <a:r>
              <a:rPr lang="en-US" sz="3200">
                <a:solidFill>
                  <a:schemeClr val="dk1"/>
                </a:solidFill>
                <a:latin typeface="Cambria Math"/>
                <a:ea typeface="Cambria Math"/>
                <a:cs typeface="Cambria Math"/>
                <a:sym typeface="Cambria Math"/>
              </a:rPr>
              <a:t> All of these</a:t>
            </a:r>
            <a:endParaRPr sz="3200">
              <a:solidFill>
                <a:schemeClr val="dk1"/>
              </a:solidFill>
              <a:latin typeface="Cambria Math"/>
              <a:ea typeface="Cambria Math"/>
              <a:cs typeface="Cambria Math"/>
              <a:sym typeface="Cambria Math"/>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2"/>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MCQs</a:t>
            </a:r>
            <a:endParaRPr sz="3600">
              <a:solidFill>
                <a:srgbClr val="FFFFFF"/>
              </a:solidFill>
              <a:latin typeface="Corbel"/>
              <a:ea typeface="Corbel"/>
              <a:cs typeface="Corbel"/>
              <a:sym typeface="Corbel"/>
            </a:endParaRPr>
          </a:p>
        </p:txBody>
      </p:sp>
      <p:sp>
        <p:nvSpPr>
          <p:cNvPr id="353" name="Google Shape;353;p32"/>
          <p:cNvSpPr/>
          <p:nvPr/>
        </p:nvSpPr>
        <p:spPr>
          <a:xfrm>
            <a:off x="3825922" y="668723"/>
            <a:ext cx="7938448" cy="4110869"/>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3200">
                <a:solidFill>
                  <a:schemeClr val="dk1"/>
                </a:solidFill>
                <a:latin typeface="Cambria Math"/>
                <a:ea typeface="Cambria Math"/>
                <a:cs typeface="Cambria Math"/>
                <a:sym typeface="Cambria Math"/>
              </a:rPr>
              <a:t>Typically, a database management system is managed by a person called a _____________.</a:t>
            </a:r>
            <a:endParaRPr sz="3200">
              <a:solidFill>
                <a:schemeClr val="dk1"/>
              </a:solidFill>
              <a:latin typeface="Cambria Math"/>
              <a:ea typeface="Cambria Math"/>
              <a:cs typeface="Cambria Math"/>
              <a:sym typeface="Cambria Math"/>
            </a:endParaRPr>
          </a:p>
          <a:p>
            <a:pPr indent="0" lvl="0" marL="0" marR="0" rtl="0" algn="l">
              <a:lnSpc>
                <a:spcPct val="115000"/>
              </a:lnSpc>
              <a:spcBef>
                <a:spcPts val="0"/>
              </a:spcBef>
              <a:spcAft>
                <a:spcPts val="0"/>
              </a:spcAft>
              <a:buNone/>
            </a:pPr>
            <a:r>
              <a:rPr lang="en-US" sz="3200">
                <a:solidFill>
                  <a:schemeClr val="dk1"/>
                </a:solidFill>
                <a:latin typeface="Cambria Math"/>
                <a:ea typeface="Cambria Math"/>
                <a:cs typeface="Cambria Math"/>
                <a:sym typeface="Cambria Math"/>
              </a:rPr>
              <a:t> </a:t>
            </a:r>
            <a:endParaRPr sz="3200">
              <a:solidFill>
                <a:schemeClr val="dk1"/>
              </a:solidFill>
              <a:latin typeface="Cambria Math"/>
              <a:ea typeface="Cambria Math"/>
              <a:cs typeface="Cambria Math"/>
              <a:sym typeface="Cambria Math"/>
            </a:endParaRPr>
          </a:p>
          <a:p>
            <a:pPr indent="-342900" lvl="0" marL="342900" marR="0" rtl="0" algn="l">
              <a:lnSpc>
                <a:spcPct val="115000"/>
              </a:lnSpc>
              <a:spcBef>
                <a:spcPts val="1000"/>
              </a:spcBef>
              <a:spcAft>
                <a:spcPts val="0"/>
              </a:spcAft>
              <a:buClr>
                <a:schemeClr val="dk1"/>
              </a:buClr>
              <a:buSzPts val="3200"/>
              <a:buFont typeface="Corbel"/>
              <a:buAutoNum type="alphaUcPeriod"/>
            </a:pPr>
            <a:r>
              <a:rPr lang="en-US" sz="3200">
                <a:solidFill>
                  <a:schemeClr val="dk1"/>
                </a:solidFill>
                <a:latin typeface="Cambria Math"/>
                <a:ea typeface="Cambria Math"/>
                <a:cs typeface="Cambria Math"/>
                <a:sym typeface="Cambria Math"/>
              </a:rPr>
              <a:t> system manager</a:t>
            </a:r>
            <a:endParaRPr sz="3200">
              <a:solidFill>
                <a:schemeClr val="dk1"/>
              </a:solidFill>
              <a:latin typeface="Cambria Math"/>
              <a:ea typeface="Cambria Math"/>
              <a:cs typeface="Cambria Math"/>
              <a:sym typeface="Cambria Math"/>
            </a:endParaRPr>
          </a:p>
          <a:p>
            <a:pPr indent="-342900" lvl="0" marL="342900" marR="0" rtl="0" algn="l">
              <a:lnSpc>
                <a:spcPct val="115000"/>
              </a:lnSpc>
              <a:spcBef>
                <a:spcPts val="0"/>
              </a:spcBef>
              <a:spcAft>
                <a:spcPts val="0"/>
              </a:spcAft>
              <a:buClr>
                <a:schemeClr val="dk1"/>
              </a:buClr>
              <a:buSzPts val="3200"/>
              <a:buFont typeface="Corbel"/>
              <a:buAutoNum type="alphaUcPeriod"/>
            </a:pPr>
            <a:r>
              <a:rPr lang="en-US" sz="3200">
                <a:solidFill>
                  <a:schemeClr val="dk1"/>
                </a:solidFill>
                <a:latin typeface="Cambria Math"/>
                <a:ea typeface="Cambria Math"/>
                <a:cs typeface="Cambria Math"/>
                <a:sym typeface="Cambria Math"/>
              </a:rPr>
              <a:t> technology manager</a:t>
            </a:r>
            <a:endParaRPr sz="3200">
              <a:solidFill>
                <a:schemeClr val="dk1"/>
              </a:solidFill>
              <a:latin typeface="Cambria Math"/>
              <a:ea typeface="Cambria Math"/>
              <a:cs typeface="Cambria Math"/>
              <a:sym typeface="Cambria Math"/>
            </a:endParaRPr>
          </a:p>
          <a:p>
            <a:pPr indent="-342900" lvl="0" marL="342900" marR="0" rtl="0" algn="l">
              <a:lnSpc>
                <a:spcPct val="115000"/>
              </a:lnSpc>
              <a:spcBef>
                <a:spcPts val="0"/>
              </a:spcBef>
              <a:spcAft>
                <a:spcPts val="0"/>
              </a:spcAft>
              <a:buClr>
                <a:schemeClr val="dk1"/>
              </a:buClr>
              <a:buSzPts val="3200"/>
              <a:buFont typeface="Corbel"/>
              <a:buAutoNum type="alphaUcPeriod"/>
            </a:pPr>
            <a:r>
              <a:rPr lang="en-US" sz="3200">
                <a:solidFill>
                  <a:schemeClr val="dk1"/>
                </a:solidFill>
                <a:latin typeface="Cambria Math"/>
                <a:ea typeface="Cambria Math"/>
                <a:cs typeface="Cambria Math"/>
                <a:sym typeface="Cambria Math"/>
              </a:rPr>
              <a:t> database manager</a:t>
            </a:r>
            <a:endParaRPr sz="3200">
              <a:solidFill>
                <a:schemeClr val="dk1"/>
              </a:solidFill>
              <a:latin typeface="Cambria Math"/>
              <a:ea typeface="Cambria Math"/>
              <a:cs typeface="Cambria Math"/>
              <a:sym typeface="Cambria Math"/>
            </a:endParaRPr>
          </a:p>
          <a:p>
            <a:pPr indent="0" lvl="0" marL="0" marR="0" rtl="0" algn="l">
              <a:spcBef>
                <a:spcPts val="0"/>
              </a:spcBef>
              <a:spcAft>
                <a:spcPts val="0"/>
              </a:spcAft>
              <a:buNone/>
            </a:pPr>
            <a:r>
              <a:rPr lang="en-US" sz="3200">
                <a:solidFill>
                  <a:schemeClr val="dk1"/>
                </a:solidFill>
                <a:latin typeface="Cambria Math"/>
                <a:ea typeface="Cambria Math"/>
                <a:cs typeface="Cambria Math"/>
                <a:sym typeface="Cambria Math"/>
              </a:rPr>
              <a:t>D. database administrator</a:t>
            </a:r>
            <a:endParaRPr sz="3200">
              <a:solidFill>
                <a:schemeClr val="dk1"/>
              </a:solidFill>
              <a:latin typeface="Cambria Math"/>
              <a:ea typeface="Cambria Math"/>
              <a:cs typeface="Cambria Math"/>
              <a:sym typeface="Cambria Math"/>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3"/>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MCQs</a:t>
            </a:r>
            <a:endParaRPr sz="3600">
              <a:solidFill>
                <a:srgbClr val="FFFFFF"/>
              </a:solidFill>
              <a:latin typeface="Corbel"/>
              <a:ea typeface="Corbel"/>
              <a:cs typeface="Corbel"/>
              <a:sym typeface="Corbel"/>
            </a:endParaRPr>
          </a:p>
        </p:txBody>
      </p:sp>
      <p:graphicFrame>
        <p:nvGraphicFramePr>
          <p:cNvPr id="359" name="Google Shape;359;p33"/>
          <p:cNvGraphicFramePr/>
          <p:nvPr/>
        </p:nvGraphicFramePr>
        <p:xfrm>
          <a:off x="3825307" y="854089"/>
          <a:ext cx="3000000" cy="3000000"/>
        </p:xfrm>
        <a:graphic>
          <a:graphicData uri="http://schemas.openxmlformats.org/drawingml/2006/table">
            <a:tbl>
              <a:tblPr>
                <a:noFill/>
                <a:tableStyleId>{79B08520-F3EC-4458-B514-326BF4F29C87}</a:tableStyleId>
              </a:tblPr>
              <a:tblGrid>
                <a:gridCol w="2793850"/>
                <a:gridCol w="5076975"/>
              </a:tblGrid>
              <a:tr h="1743025">
                <a:tc gridSpan="2">
                  <a:txBody>
                    <a:bodyPr/>
                    <a:lstStyle/>
                    <a:p>
                      <a:pPr indent="0" lvl="0" marL="0" marR="0" rtl="0" algn="l">
                        <a:lnSpc>
                          <a:spcPct val="115000"/>
                        </a:lnSpc>
                        <a:spcBef>
                          <a:spcPts val="0"/>
                        </a:spcBef>
                        <a:spcAft>
                          <a:spcPts val="0"/>
                        </a:spcAft>
                        <a:buNone/>
                      </a:pPr>
                      <a:r>
                        <a:rPr b="1" lang="en-US" sz="3200" u="none" cap="none" strike="noStrike">
                          <a:latin typeface="Cambria Math"/>
                          <a:ea typeface="Cambria Math"/>
                          <a:cs typeface="Cambria Math"/>
                          <a:sym typeface="Cambria Math"/>
                        </a:rPr>
                        <a:t>The database environment has all of the following components except:</a:t>
                      </a:r>
                      <a:endParaRPr b="1" sz="3200" u="none" cap="none" strike="noStrike">
                        <a:latin typeface="Cambria Math"/>
                        <a:ea typeface="Cambria Math"/>
                        <a:cs typeface="Cambria Math"/>
                        <a:sym typeface="Cambria Math"/>
                      </a:endParaRPr>
                    </a:p>
                  </a:txBody>
                  <a:tcPr marT="0" marB="0" marR="0" marL="0" anchor="b"/>
                </a:tc>
                <a:tc hMerge="1"/>
              </a:tr>
              <a:tr h="1743025">
                <a:tc>
                  <a:txBody>
                    <a:bodyPr/>
                    <a:lstStyle/>
                    <a:p>
                      <a:pPr indent="0" lvl="0" marL="50800" marR="0" rtl="0" algn="l">
                        <a:lnSpc>
                          <a:spcPct val="115000"/>
                        </a:lnSpc>
                        <a:spcBef>
                          <a:spcPts val="0"/>
                        </a:spcBef>
                        <a:spcAft>
                          <a:spcPts val="0"/>
                        </a:spcAft>
                        <a:buNone/>
                      </a:pPr>
                      <a:r>
                        <a:rPr lang="en-US" sz="3200" u="none" cap="none" strike="noStrike">
                          <a:latin typeface="Cambria Math"/>
                          <a:ea typeface="Cambria Math"/>
                          <a:cs typeface="Cambria Math"/>
                          <a:sym typeface="Cambria Math"/>
                        </a:rPr>
                        <a:t>(A) users.</a:t>
                      </a:r>
                      <a:endParaRPr sz="3200" u="none" cap="none" strike="noStrike">
                        <a:latin typeface="Cambria Math"/>
                        <a:ea typeface="Cambria Math"/>
                        <a:cs typeface="Cambria Math"/>
                        <a:sym typeface="Cambria Math"/>
                      </a:endParaRPr>
                    </a:p>
                  </a:txBody>
                  <a:tcPr marT="0" marB="0" marR="0" marL="0" anchor="b"/>
                </a:tc>
                <a:tc>
                  <a:txBody>
                    <a:bodyPr/>
                    <a:lstStyle/>
                    <a:p>
                      <a:pPr indent="0" lvl="0" marL="63500" marR="0" rtl="0" algn="l">
                        <a:lnSpc>
                          <a:spcPct val="115000"/>
                        </a:lnSpc>
                        <a:spcBef>
                          <a:spcPts val="0"/>
                        </a:spcBef>
                        <a:spcAft>
                          <a:spcPts val="0"/>
                        </a:spcAft>
                        <a:buNone/>
                      </a:pPr>
                      <a:r>
                        <a:rPr lang="en-US" sz="3200" u="none" cap="none" strike="noStrike">
                          <a:latin typeface="Cambria Math"/>
                          <a:ea typeface="Cambria Math"/>
                          <a:cs typeface="Cambria Math"/>
                          <a:sym typeface="Cambria Math"/>
                        </a:rPr>
                        <a:t>(B) separate files.</a:t>
                      </a:r>
                      <a:endParaRPr sz="3200" u="none" cap="none" strike="noStrike">
                        <a:latin typeface="Cambria Math"/>
                        <a:ea typeface="Cambria Math"/>
                        <a:cs typeface="Cambria Math"/>
                        <a:sym typeface="Cambria Math"/>
                      </a:endParaRPr>
                    </a:p>
                  </a:txBody>
                  <a:tcPr marT="0" marB="0" marR="0" marL="0" anchor="b"/>
                </a:tc>
              </a:tr>
              <a:tr h="886975">
                <a:tc>
                  <a:txBody>
                    <a:bodyPr/>
                    <a:lstStyle/>
                    <a:p>
                      <a:pPr indent="0" lvl="0" marL="50800" marR="0" rtl="0" algn="l">
                        <a:lnSpc>
                          <a:spcPct val="41718"/>
                        </a:lnSpc>
                        <a:spcBef>
                          <a:spcPts val="0"/>
                        </a:spcBef>
                        <a:spcAft>
                          <a:spcPts val="0"/>
                        </a:spcAft>
                        <a:buNone/>
                      </a:pPr>
                      <a:r>
                        <a:rPr lang="en-US" sz="3200" u="none" cap="none" strike="noStrike">
                          <a:latin typeface="Cambria Math"/>
                          <a:ea typeface="Cambria Math"/>
                          <a:cs typeface="Cambria Math"/>
                          <a:sym typeface="Cambria Math"/>
                        </a:rPr>
                        <a:t>(C) database.</a:t>
                      </a:r>
                      <a:endParaRPr sz="3200" u="none" cap="none" strike="noStrike">
                        <a:latin typeface="Cambria Math"/>
                        <a:ea typeface="Cambria Math"/>
                        <a:cs typeface="Cambria Math"/>
                        <a:sym typeface="Cambria Math"/>
                      </a:endParaRPr>
                    </a:p>
                  </a:txBody>
                  <a:tcPr marT="0" marB="0" marR="0" marL="0" anchor="b"/>
                </a:tc>
                <a:tc>
                  <a:txBody>
                    <a:bodyPr/>
                    <a:lstStyle/>
                    <a:p>
                      <a:pPr indent="0" lvl="0" marL="101600" marR="0" rtl="0" algn="l">
                        <a:lnSpc>
                          <a:spcPct val="41718"/>
                        </a:lnSpc>
                        <a:spcBef>
                          <a:spcPts val="0"/>
                        </a:spcBef>
                        <a:spcAft>
                          <a:spcPts val="0"/>
                        </a:spcAft>
                        <a:buNone/>
                      </a:pPr>
                      <a:r>
                        <a:rPr lang="en-US" sz="3200" u="none" cap="none" strike="noStrike">
                          <a:latin typeface="Cambria Math"/>
                          <a:ea typeface="Cambria Math"/>
                          <a:cs typeface="Cambria Math"/>
                          <a:sym typeface="Cambria Math"/>
                        </a:rPr>
                        <a:t>(D) database administrator.</a:t>
                      </a:r>
                      <a:endParaRPr sz="3200" u="none" cap="none" strike="noStrike">
                        <a:latin typeface="Cambria Math"/>
                        <a:ea typeface="Cambria Math"/>
                        <a:cs typeface="Cambria Math"/>
                        <a:sym typeface="Cambria Math"/>
                      </a:endParaRPr>
                    </a:p>
                  </a:txBody>
                  <a:tcPr marT="0" marB="0" marR="0" marL="0" anchor="b"/>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4"/>
          <p:cNvSpPr txBox="1"/>
          <p:nvPr>
            <p:ph type="title"/>
          </p:nvPr>
        </p:nvSpPr>
        <p:spPr>
          <a:xfrm>
            <a:off x="252919" y="1123837"/>
            <a:ext cx="2947482" cy="46011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mbria"/>
              <a:buNone/>
            </a:pPr>
            <a:r>
              <a:rPr b="1" lang="en-US" sz="3600">
                <a:solidFill>
                  <a:schemeClr val="dk1"/>
                </a:solidFill>
                <a:latin typeface="Cambria"/>
                <a:ea typeface="Cambria"/>
                <a:cs typeface="Cambria"/>
                <a:sym typeface="Cambria"/>
              </a:rPr>
              <a:t>References</a:t>
            </a:r>
            <a:br>
              <a:rPr b="1" lang="en-US" sz="3600">
                <a:solidFill>
                  <a:schemeClr val="dk1"/>
                </a:solidFill>
                <a:latin typeface="Cambria"/>
                <a:ea typeface="Cambria"/>
                <a:cs typeface="Cambria"/>
                <a:sym typeface="Cambria"/>
              </a:rPr>
            </a:br>
            <a:endParaRPr sz="3600">
              <a:solidFill>
                <a:srgbClr val="FFFFFF"/>
              </a:solidFill>
              <a:latin typeface="Corbel"/>
              <a:ea typeface="Corbel"/>
              <a:cs typeface="Corbel"/>
              <a:sym typeface="Corbel"/>
            </a:endParaRPr>
          </a:p>
        </p:txBody>
      </p:sp>
      <p:sp>
        <p:nvSpPr>
          <p:cNvPr id="365" name="Google Shape;365;p34"/>
          <p:cNvSpPr txBox="1"/>
          <p:nvPr>
            <p:ph idx="1" type="body"/>
          </p:nvPr>
        </p:nvSpPr>
        <p:spPr>
          <a:xfrm>
            <a:off x="3869268" y="864108"/>
            <a:ext cx="7315200" cy="512064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2800"/>
              <a:buFont typeface="Noto Sans Symbols"/>
              <a:buNone/>
            </a:pPr>
            <a:r>
              <a:rPr lang="en-US" sz="2800">
                <a:solidFill>
                  <a:schemeClr val="dk1"/>
                </a:solidFill>
                <a:latin typeface="Cambria"/>
                <a:ea typeface="Cambria"/>
                <a:cs typeface="Cambria"/>
                <a:sym typeface="Cambria"/>
              </a:rPr>
              <a:t>1) Silberschatz A, Korth HF, Sudarshan S. Database system concepts. New York: McGraw-Hill; 1997 Apr.</a:t>
            </a:r>
            <a:endParaRPr/>
          </a:p>
          <a:p>
            <a:pPr indent="0" lvl="0" marL="0" marR="0" rtl="0" algn="just">
              <a:lnSpc>
                <a:spcPct val="90000"/>
              </a:lnSpc>
              <a:spcBef>
                <a:spcPts val="1200"/>
              </a:spcBef>
              <a:spcAft>
                <a:spcPts val="0"/>
              </a:spcAft>
              <a:buClr>
                <a:schemeClr val="dk1"/>
              </a:buClr>
              <a:buSzPts val="2800"/>
              <a:buFont typeface="Noto Sans Symbols"/>
              <a:buNone/>
            </a:pPr>
            <a:r>
              <a:rPr lang="en-US" sz="2800">
                <a:solidFill>
                  <a:schemeClr val="dk1"/>
                </a:solidFill>
                <a:latin typeface="Cambria"/>
                <a:ea typeface="Cambria"/>
                <a:cs typeface="Cambria"/>
                <a:sym typeface="Cambria"/>
              </a:rPr>
              <a:t>2) Date CJ. An introduction to database systems. Pearson Education India; 1975.</a:t>
            </a:r>
            <a:endParaRPr/>
          </a:p>
          <a:p>
            <a:pPr indent="0" lvl="0" marL="0" marR="0" rtl="0" algn="just">
              <a:lnSpc>
                <a:spcPct val="90000"/>
              </a:lnSpc>
              <a:spcBef>
                <a:spcPts val="1200"/>
              </a:spcBef>
              <a:spcAft>
                <a:spcPts val="0"/>
              </a:spcAft>
              <a:buClr>
                <a:schemeClr val="dk1"/>
              </a:buClr>
              <a:buSzPts val="2800"/>
              <a:buFont typeface="Noto Sans Symbols"/>
              <a:buNone/>
            </a:pPr>
            <a:r>
              <a:rPr lang="en-US" sz="2800">
                <a:solidFill>
                  <a:schemeClr val="dk1"/>
                </a:solidFill>
                <a:latin typeface="Cambria"/>
                <a:ea typeface="Cambria"/>
                <a:cs typeface="Cambria"/>
                <a:sym typeface="Cambria"/>
              </a:rPr>
              <a:t>3) PL/SQL Programming by Ivan Bayross.</a:t>
            </a:r>
            <a:endParaRPr/>
          </a:p>
          <a:p>
            <a:pPr indent="-55879" lvl="0" marL="182880" marR="0" rtl="0" algn="l">
              <a:lnSpc>
                <a:spcPct val="90000"/>
              </a:lnSpc>
              <a:spcBef>
                <a:spcPts val="1200"/>
              </a:spcBef>
              <a:spcAft>
                <a:spcPts val="0"/>
              </a:spcAft>
              <a:buClr>
                <a:schemeClr val="accent1"/>
              </a:buClr>
              <a:buSzPts val="2000"/>
              <a:buFont typeface="Noto Sans Symbols"/>
              <a:buNone/>
            </a:pPr>
            <a:r>
              <a:t/>
            </a:r>
            <a:endParaRPr sz="2000">
              <a:solidFill>
                <a:srgbClr val="595959"/>
              </a:solidFill>
              <a:latin typeface="Corbel"/>
              <a:ea typeface="Corbel"/>
              <a:cs typeface="Corbel"/>
              <a:sym typeface="Corbe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5"/>
          <p:cNvSpPr txBox="1"/>
          <p:nvPr>
            <p:ph type="ctrTitle"/>
          </p:nvPr>
        </p:nvSpPr>
        <p:spPr>
          <a:xfrm>
            <a:off x="2504201" y="1710826"/>
            <a:ext cx="7315200" cy="3255264"/>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6600"/>
              <a:buFont typeface="Corbel"/>
              <a:buNone/>
            </a:pPr>
            <a:r>
              <a:rPr b="1" lang="en-US" sz="16600">
                <a:solidFill>
                  <a:schemeClr val="dk1"/>
                </a:solidFill>
              </a:rPr>
              <a:t>Thanks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2019-05-12T04:30:40Z</dcterms:created>
  <dc:creator>Deepak Mashru</dc:creator>
</cp:coreProperties>
</file>